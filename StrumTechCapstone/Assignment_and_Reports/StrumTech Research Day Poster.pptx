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32918400" cx="43891200"/>
  <p:notesSz cx="32461200" cy="43434000"/>
  <p:embeddedFontLst>
    <p:embeddedFont>
      <p:font typeface="Tahoma"/>
      <p:regular r:id="rId7"/>
      <p:bold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088">
          <p15:clr>
            <a:srgbClr val="000000"/>
          </p15:clr>
        </p15:guide>
        <p15:guide id="2" pos="13440">
          <p15:clr>
            <a:srgbClr val="000000"/>
          </p15:clr>
        </p15:guide>
      </p15:sldGuideLst>
    </p:ext>
    <p:ext uri="{2D200454-40CA-4A62-9FC3-DE9A4176ACB9}">
      <p15:notesGuideLst>
        <p15:guide id="1" orient="horz" pos="13680">
          <p15:clr>
            <a:srgbClr val="000000"/>
          </p15:clr>
        </p15:guide>
        <p15:guide id="2" pos="10220">
          <p15:clr>
            <a:srgbClr val="000000"/>
          </p15:clr>
        </p15:guide>
      </p15:notesGuideLst>
    </p:ext>
    <p:ext uri="GoogleSlidesCustomDataVersion2">
      <go:slidesCustomData xmlns:go="http://customooxmlschemas.google.com/" r:id="rId9" roundtripDataSignature="AMtx7mi77lFwhmeNHWxbI7Qs4Gu+rIwj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088" orient="horz"/>
        <p:guide pos="13440"/>
      </p:guideLst>
    </p:cSldViewPr>
  </p:slideViewPr>
  <p:notesViewPr>
    <p:cSldViewPr snapToGrid="0">
      <p:cViewPr varScale="1">
        <p:scale>
          <a:sx n="100" d="100"/>
          <a:sy n="100" d="100"/>
        </p:scale>
        <p:origin x="0" y="0"/>
      </p:cViewPr>
      <p:guideLst>
        <p:guide pos="13680" orient="horz"/>
        <p:guide pos="1022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Tahoma-regular.fntdata"/><Relationship Id="rId8" Type="http://schemas.openxmlformats.org/officeDocument/2006/relationships/font" Target="fonts/Tahom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1"/>
            <a:ext cx="13994144" cy="2149312"/>
          </a:xfrm>
          <a:prstGeom prst="rect">
            <a:avLst/>
          </a:prstGeom>
          <a:noFill/>
          <a:ln>
            <a:noFill/>
          </a:ln>
        </p:spPr>
        <p:txBody>
          <a:bodyPr anchorCtr="0" anchor="t" bIns="217325" lIns="434650" spcFirstLastPara="1" rIns="434650" wrap="square" tIns="217325">
            <a:noAutofit/>
          </a:bodyPr>
          <a:lstStyle>
            <a:lvl1pPr lvl="0" marR="0" rtl="0" algn="l">
              <a:spcBef>
                <a:spcPts val="0"/>
              </a:spcBef>
              <a:spcAft>
                <a:spcPts val="0"/>
              </a:spcAft>
              <a:buSzPts val="1400"/>
              <a:buNone/>
              <a:defRPr b="0" i="0" sz="5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18413349" y="11"/>
            <a:ext cx="13994144" cy="2149312"/>
          </a:xfrm>
          <a:prstGeom prst="rect">
            <a:avLst/>
          </a:prstGeom>
          <a:noFill/>
          <a:ln>
            <a:noFill/>
          </a:ln>
        </p:spPr>
        <p:txBody>
          <a:bodyPr anchorCtr="0" anchor="t" bIns="217325" lIns="434650" spcFirstLastPara="1" rIns="434650" wrap="square" tIns="217325">
            <a:noAutofit/>
          </a:bodyPr>
          <a:lstStyle>
            <a:lvl1pPr lvl="0" marR="0" rtl="0" algn="r">
              <a:spcBef>
                <a:spcPts val="0"/>
              </a:spcBef>
              <a:spcAft>
                <a:spcPts val="0"/>
              </a:spcAft>
              <a:buSzPts val="1400"/>
              <a:buNone/>
              <a:defRPr b="0" i="0" sz="5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5222875" y="3224213"/>
            <a:ext cx="21966238" cy="164750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4419206" y="20776677"/>
            <a:ext cx="23569085" cy="19343800"/>
          </a:xfrm>
          <a:prstGeom prst="rect">
            <a:avLst/>
          </a:prstGeom>
          <a:noFill/>
          <a:ln>
            <a:noFill/>
          </a:ln>
        </p:spPr>
        <p:txBody>
          <a:bodyPr anchorCtr="0" anchor="t" bIns="217325" lIns="434650" spcFirstLastPara="1" rIns="434650" wrap="square" tIns="217325">
            <a:noAutofit/>
          </a:bodyPr>
          <a:lstStyle>
            <a:lvl1pPr indent="-228600" lvl="0" marL="457200" marR="0" rtl="0" algn="l">
              <a:spcBef>
                <a:spcPts val="330"/>
              </a:spcBef>
              <a:spcAft>
                <a:spcPts val="0"/>
              </a:spcAft>
              <a:buSzPts val="1400"/>
              <a:buNone/>
              <a:defRPr b="0" i="0" sz="11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30"/>
              </a:spcBef>
              <a:spcAft>
                <a:spcPts val="0"/>
              </a:spcAft>
              <a:buSzPts val="1400"/>
              <a:buNone/>
              <a:defRPr b="0" i="0" sz="11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30"/>
              </a:spcBef>
              <a:spcAft>
                <a:spcPts val="0"/>
              </a:spcAft>
              <a:buSzPts val="1400"/>
              <a:buNone/>
              <a:defRPr b="0" i="0" sz="11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30"/>
              </a:spcBef>
              <a:spcAft>
                <a:spcPts val="0"/>
              </a:spcAft>
              <a:buSzPts val="1400"/>
              <a:buNone/>
              <a:defRPr b="0" i="0" sz="11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30"/>
              </a:spcBef>
              <a:spcAft>
                <a:spcPts val="0"/>
              </a:spcAft>
              <a:buSzPts val="1400"/>
              <a:buNone/>
              <a:defRPr b="0" i="0" sz="11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1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1195146"/>
            <a:ext cx="13994144" cy="2149312"/>
          </a:xfrm>
          <a:prstGeom prst="rect">
            <a:avLst/>
          </a:prstGeom>
          <a:noFill/>
          <a:ln>
            <a:noFill/>
          </a:ln>
        </p:spPr>
        <p:txBody>
          <a:bodyPr anchorCtr="0" anchor="b" bIns="217325" lIns="434650" spcFirstLastPara="1" rIns="434650" wrap="square" tIns="217325">
            <a:noAutofit/>
          </a:bodyPr>
          <a:lstStyle>
            <a:lvl1pPr lvl="0" marR="0" rtl="0" algn="l">
              <a:spcBef>
                <a:spcPts val="0"/>
              </a:spcBef>
              <a:spcAft>
                <a:spcPts val="0"/>
              </a:spcAft>
              <a:buSzPts val="1400"/>
              <a:buNone/>
              <a:defRPr b="0" i="0" sz="5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18413349" y="41195146"/>
            <a:ext cx="13994144" cy="2149312"/>
          </a:xfrm>
          <a:prstGeom prst="rect">
            <a:avLst/>
          </a:prstGeom>
          <a:noFill/>
          <a:ln>
            <a:noFill/>
          </a:ln>
        </p:spPr>
        <p:txBody>
          <a:bodyPr anchorCtr="0" anchor="b" bIns="217325" lIns="434650" spcFirstLastPara="1" rIns="434650" wrap="square" tIns="217325">
            <a:noAutofit/>
          </a:bodyPr>
          <a:lstStyle/>
          <a:p>
            <a:pPr indent="0" lvl="0" marL="0" marR="0" rtl="0" algn="r">
              <a:spcBef>
                <a:spcPts val="0"/>
              </a:spcBef>
              <a:spcAft>
                <a:spcPts val="0"/>
              </a:spcAft>
              <a:buNone/>
            </a:pPr>
            <a:fld id="{00000000-1234-1234-1234-123412341234}" type="slidenum">
              <a:rPr b="0" i="0" lang="en-US" sz="5800" u="none" cap="none" strike="noStrike">
                <a:solidFill>
                  <a:schemeClr val="dk1"/>
                </a:solidFill>
                <a:latin typeface="Times New Roman"/>
                <a:ea typeface="Times New Roman"/>
                <a:cs typeface="Times New Roman"/>
                <a:sym typeface="Times New Roman"/>
              </a:rPr>
              <a:t>‹#›</a:t>
            </a:fld>
            <a:endParaRPr b="0" i="0" sz="58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5222875" y="3224213"/>
            <a:ext cx="21966238" cy="164750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4419206" y="20776677"/>
            <a:ext cx="23569085" cy="19343800"/>
          </a:xfrm>
          <a:prstGeom prst="rect">
            <a:avLst/>
          </a:prstGeom>
          <a:noFill/>
          <a:ln>
            <a:noFill/>
          </a:ln>
        </p:spPr>
        <p:txBody>
          <a:bodyPr anchorCtr="0" anchor="t" bIns="217325" lIns="434650" spcFirstLastPara="1" rIns="434650" wrap="square" tIns="217325">
            <a:norm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18413349" y="41195146"/>
            <a:ext cx="13994144" cy="2149312"/>
          </a:xfrm>
          <a:prstGeom prst="rect">
            <a:avLst/>
          </a:prstGeom>
          <a:noFill/>
          <a:ln>
            <a:noFill/>
          </a:ln>
        </p:spPr>
        <p:txBody>
          <a:bodyPr anchorCtr="0" anchor="b" bIns="217325" lIns="434650" spcFirstLastPara="1" rIns="434650" wrap="square" tIns="217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3292476" y="10226677"/>
            <a:ext cx="37306250" cy="7054849"/>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4"/>
          <p:cNvSpPr txBox="1"/>
          <p:nvPr>
            <p:ph idx="1" type="subTitle"/>
          </p:nvPr>
        </p:nvSpPr>
        <p:spPr>
          <a:xfrm>
            <a:off x="6583363" y="18653126"/>
            <a:ext cx="30724476" cy="8413750"/>
          </a:xfrm>
          <a:prstGeom prst="rect">
            <a:avLst/>
          </a:prstGeom>
          <a:noFill/>
          <a:ln>
            <a:noFill/>
          </a:ln>
        </p:spPr>
        <p:txBody>
          <a:bodyPr anchorCtr="0" anchor="t" bIns="153775" lIns="307550" spcFirstLastPara="1" rIns="307550" wrap="square" tIns="153775">
            <a:noAutofit/>
          </a:bodyPr>
          <a:lstStyle>
            <a:lvl1pPr lvl="0" algn="ctr">
              <a:spcBef>
                <a:spcPts val="2160"/>
              </a:spcBef>
              <a:spcAft>
                <a:spcPts val="0"/>
              </a:spcAft>
              <a:buClr>
                <a:schemeClr val="dk1"/>
              </a:buClr>
              <a:buSzPts val="10800"/>
              <a:buFont typeface="Times New Roman"/>
              <a:buNone/>
              <a:defRPr/>
            </a:lvl1pPr>
            <a:lvl2pPr lvl="1" algn="ctr">
              <a:spcBef>
                <a:spcPts val="1900"/>
              </a:spcBef>
              <a:spcAft>
                <a:spcPts val="0"/>
              </a:spcAft>
              <a:buClr>
                <a:schemeClr val="dk1"/>
              </a:buClr>
              <a:buSzPts val="9500"/>
              <a:buFont typeface="Times New Roman"/>
              <a:buNone/>
              <a:defRPr/>
            </a:lvl2pPr>
            <a:lvl3pPr lvl="2" algn="ctr">
              <a:spcBef>
                <a:spcPts val="1640"/>
              </a:spcBef>
              <a:spcAft>
                <a:spcPts val="0"/>
              </a:spcAft>
              <a:buClr>
                <a:schemeClr val="dk1"/>
              </a:buClr>
              <a:buSzPts val="8200"/>
              <a:buFont typeface="Times New Roman"/>
              <a:buNone/>
              <a:defRPr/>
            </a:lvl3pPr>
            <a:lvl4pPr lvl="3" algn="ctr">
              <a:spcBef>
                <a:spcPts val="1320"/>
              </a:spcBef>
              <a:spcAft>
                <a:spcPts val="0"/>
              </a:spcAft>
              <a:buClr>
                <a:schemeClr val="dk1"/>
              </a:buClr>
              <a:buSzPts val="6600"/>
              <a:buFont typeface="Times New Roman"/>
              <a:buNone/>
              <a:defRPr/>
            </a:lvl4pPr>
            <a:lvl5pPr lvl="4" algn="ctr">
              <a:spcBef>
                <a:spcPts val="1320"/>
              </a:spcBef>
              <a:spcAft>
                <a:spcPts val="0"/>
              </a:spcAft>
              <a:buClr>
                <a:schemeClr val="dk1"/>
              </a:buClr>
              <a:buSzPts val="6600"/>
              <a:buFont typeface="Times New Roman"/>
              <a:buNone/>
              <a:defRPr/>
            </a:lvl5pPr>
            <a:lvl6pPr lvl="5" algn="ctr">
              <a:spcBef>
                <a:spcPts val="1320"/>
              </a:spcBef>
              <a:spcAft>
                <a:spcPts val="0"/>
              </a:spcAft>
              <a:buClr>
                <a:schemeClr val="dk1"/>
              </a:buClr>
              <a:buSzPts val="6600"/>
              <a:buFont typeface="Times New Roman"/>
              <a:buNone/>
              <a:defRPr/>
            </a:lvl6pPr>
            <a:lvl7pPr lvl="6" algn="ctr">
              <a:spcBef>
                <a:spcPts val="1320"/>
              </a:spcBef>
              <a:spcAft>
                <a:spcPts val="0"/>
              </a:spcAft>
              <a:buClr>
                <a:schemeClr val="dk1"/>
              </a:buClr>
              <a:buSzPts val="6600"/>
              <a:buFont typeface="Times New Roman"/>
              <a:buNone/>
              <a:defRPr/>
            </a:lvl7pPr>
            <a:lvl8pPr lvl="7" algn="ctr">
              <a:spcBef>
                <a:spcPts val="1320"/>
              </a:spcBef>
              <a:spcAft>
                <a:spcPts val="0"/>
              </a:spcAft>
              <a:buClr>
                <a:schemeClr val="dk1"/>
              </a:buClr>
              <a:buSzPts val="6600"/>
              <a:buFont typeface="Times New Roman"/>
              <a:buNone/>
              <a:defRPr/>
            </a:lvl8pPr>
            <a:lvl9pPr lvl="8" algn="ctr">
              <a:spcBef>
                <a:spcPts val="1320"/>
              </a:spcBef>
              <a:spcAft>
                <a:spcPts val="0"/>
              </a:spcAft>
              <a:buClr>
                <a:schemeClr val="dk1"/>
              </a:buClr>
              <a:buSzPts val="6600"/>
              <a:buFont typeface="Times New Roman"/>
              <a:buNone/>
              <a:defRPr/>
            </a:lvl9pPr>
          </a:lstStyle>
          <a:p/>
        </p:txBody>
      </p:sp>
      <p:sp>
        <p:nvSpPr>
          <p:cNvPr id="22" name="Google Shape;22;p4"/>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3290888" y="2924176"/>
            <a:ext cx="37309426" cy="5489575"/>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5"/>
          <p:cNvSpPr txBox="1"/>
          <p:nvPr>
            <p:ph idx="1" type="body"/>
          </p:nvPr>
        </p:nvSpPr>
        <p:spPr>
          <a:xfrm>
            <a:off x="3290888" y="9513888"/>
            <a:ext cx="37309426" cy="19746912"/>
          </a:xfrm>
          <a:prstGeom prst="rect">
            <a:avLst/>
          </a:prstGeom>
          <a:noFill/>
          <a:ln>
            <a:noFill/>
          </a:ln>
        </p:spPr>
        <p:txBody>
          <a:bodyPr anchorCtr="0" anchor="t" bIns="153775" lIns="307550" spcFirstLastPara="1" rIns="307550" wrap="square" tIns="15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
          <p:cNvSpPr txBox="1"/>
          <p:nvPr>
            <p:ph type="title"/>
          </p:nvPr>
        </p:nvSpPr>
        <p:spPr>
          <a:xfrm>
            <a:off x="3467100" y="21153439"/>
            <a:ext cx="37307839" cy="6537324"/>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b="1" sz="41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
          <p:cNvSpPr txBox="1"/>
          <p:nvPr>
            <p:ph idx="1" type="body"/>
          </p:nvPr>
        </p:nvSpPr>
        <p:spPr>
          <a:xfrm>
            <a:off x="3467100" y="13952538"/>
            <a:ext cx="37307839" cy="7200900"/>
          </a:xfrm>
          <a:prstGeom prst="rect">
            <a:avLst/>
          </a:prstGeom>
          <a:noFill/>
          <a:ln>
            <a:noFill/>
          </a:ln>
        </p:spPr>
        <p:txBody>
          <a:bodyPr anchorCtr="0" anchor="b" bIns="153775" lIns="307550" spcFirstLastPara="1" rIns="307550" wrap="square" tIns="153775">
            <a:noAutofit/>
          </a:bodyPr>
          <a:lstStyle>
            <a:lvl1pPr indent="-228600" lvl="0" marL="457200" algn="l">
              <a:spcBef>
                <a:spcPts val="380"/>
              </a:spcBef>
              <a:spcAft>
                <a:spcPts val="0"/>
              </a:spcAft>
              <a:buClr>
                <a:schemeClr val="dk1"/>
              </a:buClr>
              <a:buSzPts val="1900"/>
              <a:buFont typeface="Times New Roman"/>
              <a:buNone/>
              <a:defRPr sz="19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4" name="Google Shape;34;p6"/>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3290888" y="2924176"/>
            <a:ext cx="37309426" cy="5489575"/>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7"/>
          <p:cNvSpPr txBox="1"/>
          <p:nvPr>
            <p:ph idx="1" type="body"/>
          </p:nvPr>
        </p:nvSpPr>
        <p:spPr>
          <a:xfrm>
            <a:off x="3290890" y="9513888"/>
            <a:ext cx="18578512" cy="19746912"/>
          </a:xfrm>
          <a:prstGeom prst="rect">
            <a:avLst/>
          </a:prstGeom>
          <a:noFill/>
          <a:ln>
            <a:noFill/>
          </a:ln>
        </p:spPr>
        <p:txBody>
          <a:bodyPr anchorCtr="0" anchor="t" bIns="153775" lIns="307550" spcFirstLastPara="1" rIns="307550" wrap="square" tIns="15377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49250" lvl="2" marL="1371600" algn="l">
              <a:spcBef>
                <a:spcPts val="380"/>
              </a:spcBef>
              <a:spcAft>
                <a:spcPts val="0"/>
              </a:spcAft>
              <a:buClr>
                <a:schemeClr val="dk1"/>
              </a:buClr>
              <a:buSzPts val="1900"/>
              <a:buFont typeface="Times New Roman"/>
              <a:buChar char="•"/>
              <a:defRPr sz="19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0" name="Google Shape;40;p7"/>
          <p:cNvSpPr txBox="1"/>
          <p:nvPr>
            <p:ph idx="2" type="body"/>
          </p:nvPr>
        </p:nvSpPr>
        <p:spPr>
          <a:xfrm>
            <a:off x="22021802" y="9513888"/>
            <a:ext cx="18578513" cy="19746912"/>
          </a:xfrm>
          <a:prstGeom prst="rect">
            <a:avLst/>
          </a:prstGeom>
          <a:noFill/>
          <a:ln>
            <a:noFill/>
          </a:ln>
        </p:spPr>
        <p:txBody>
          <a:bodyPr anchorCtr="0" anchor="t" bIns="153775" lIns="307550" spcFirstLastPara="1" rIns="307550" wrap="square" tIns="153775">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49250" lvl="2" marL="1371600" algn="l">
              <a:spcBef>
                <a:spcPts val="380"/>
              </a:spcBef>
              <a:spcAft>
                <a:spcPts val="0"/>
              </a:spcAft>
              <a:buClr>
                <a:schemeClr val="dk1"/>
              </a:buClr>
              <a:buSzPts val="1900"/>
              <a:buFont typeface="Times New Roman"/>
              <a:buChar char="•"/>
              <a:defRPr sz="19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1" name="Google Shape;41;p7"/>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type="title"/>
          </p:nvPr>
        </p:nvSpPr>
        <p:spPr>
          <a:xfrm>
            <a:off x="2193926" y="1317625"/>
            <a:ext cx="39503350" cy="5486400"/>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8"/>
          <p:cNvSpPr txBox="1"/>
          <p:nvPr>
            <p:ph idx="1" type="body"/>
          </p:nvPr>
        </p:nvSpPr>
        <p:spPr>
          <a:xfrm>
            <a:off x="2193926" y="7369178"/>
            <a:ext cx="19392900" cy="3070225"/>
          </a:xfrm>
          <a:prstGeom prst="rect">
            <a:avLst/>
          </a:prstGeom>
          <a:noFill/>
          <a:ln>
            <a:noFill/>
          </a:ln>
        </p:spPr>
        <p:txBody>
          <a:bodyPr anchorCtr="0" anchor="b" bIns="153775" lIns="307550" spcFirstLastPara="1" rIns="307550" wrap="square" tIns="15377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380"/>
              </a:spcBef>
              <a:spcAft>
                <a:spcPts val="0"/>
              </a:spcAft>
              <a:buClr>
                <a:schemeClr val="dk1"/>
              </a:buClr>
              <a:buSzPts val="1900"/>
              <a:buFont typeface="Times New Roman"/>
              <a:buNone/>
              <a:defRPr b="1" sz="19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7" name="Google Shape;47;p8"/>
          <p:cNvSpPr txBox="1"/>
          <p:nvPr>
            <p:ph idx="2" type="body"/>
          </p:nvPr>
        </p:nvSpPr>
        <p:spPr>
          <a:xfrm>
            <a:off x="2193926" y="10439401"/>
            <a:ext cx="19392900" cy="18965863"/>
          </a:xfrm>
          <a:prstGeom prst="rect">
            <a:avLst/>
          </a:prstGeom>
          <a:noFill/>
          <a:ln>
            <a:noFill/>
          </a:ln>
        </p:spPr>
        <p:txBody>
          <a:bodyPr anchorCtr="0" anchor="t" bIns="153775" lIns="307550" spcFirstLastPara="1" rIns="307550" wrap="square" tIns="153775">
            <a:noAutofit/>
          </a:bodyPr>
          <a:lstStyle>
            <a:lvl1pPr indent="-381000" lvl="0" marL="457200" algn="l">
              <a:spcBef>
                <a:spcPts val="480"/>
              </a:spcBef>
              <a:spcAft>
                <a:spcPts val="0"/>
              </a:spcAft>
              <a:buClr>
                <a:schemeClr val="dk1"/>
              </a:buClr>
              <a:buSzPts val="2400"/>
              <a:buFont typeface="Times New Roman"/>
              <a:buChar char="•"/>
              <a:defRPr sz="2400"/>
            </a:lvl1pPr>
            <a:lvl2pPr indent="-349250" lvl="1" marL="914400" algn="l">
              <a:spcBef>
                <a:spcPts val="380"/>
              </a:spcBef>
              <a:spcAft>
                <a:spcPts val="0"/>
              </a:spcAft>
              <a:buClr>
                <a:schemeClr val="dk1"/>
              </a:buClr>
              <a:buSzPts val="1900"/>
              <a:buFont typeface="Times New Roman"/>
              <a:buChar char="–"/>
              <a:defRPr sz="19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8" name="Google Shape;48;p8"/>
          <p:cNvSpPr txBox="1"/>
          <p:nvPr>
            <p:ph idx="3" type="body"/>
          </p:nvPr>
        </p:nvSpPr>
        <p:spPr>
          <a:xfrm>
            <a:off x="22296439" y="7369178"/>
            <a:ext cx="19400837" cy="3070225"/>
          </a:xfrm>
          <a:prstGeom prst="rect">
            <a:avLst/>
          </a:prstGeom>
          <a:noFill/>
          <a:ln>
            <a:noFill/>
          </a:ln>
        </p:spPr>
        <p:txBody>
          <a:bodyPr anchorCtr="0" anchor="b" bIns="153775" lIns="307550" spcFirstLastPara="1" rIns="307550" wrap="square" tIns="153775">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380"/>
              </a:spcBef>
              <a:spcAft>
                <a:spcPts val="0"/>
              </a:spcAft>
              <a:buClr>
                <a:schemeClr val="dk1"/>
              </a:buClr>
              <a:buSzPts val="1900"/>
              <a:buFont typeface="Times New Roman"/>
              <a:buNone/>
              <a:defRPr b="1" sz="19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9" name="Google Shape;49;p8"/>
          <p:cNvSpPr txBox="1"/>
          <p:nvPr>
            <p:ph idx="4" type="body"/>
          </p:nvPr>
        </p:nvSpPr>
        <p:spPr>
          <a:xfrm>
            <a:off x="22296439" y="10439401"/>
            <a:ext cx="19400837" cy="18965863"/>
          </a:xfrm>
          <a:prstGeom prst="rect">
            <a:avLst/>
          </a:prstGeom>
          <a:noFill/>
          <a:ln>
            <a:noFill/>
          </a:ln>
        </p:spPr>
        <p:txBody>
          <a:bodyPr anchorCtr="0" anchor="t" bIns="153775" lIns="307550" spcFirstLastPara="1" rIns="307550" wrap="square" tIns="153775">
            <a:noAutofit/>
          </a:bodyPr>
          <a:lstStyle>
            <a:lvl1pPr indent="-381000" lvl="0" marL="457200" algn="l">
              <a:spcBef>
                <a:spcPts val="480"/>
              </a:spcBef>
              <a:spcAft>
                <a:spcPts val="0"/>
              </a:spcAft>
              <a:buClr>
                <a:schemeClr val="dk1"/>
              </a:buClr>
              <a:buSzPts val="2400"/>
              <a:buFont typeface="Times New Roman"/>
              <a:buChar char="•"/>
              <a:defRPr sz="2400"/>
            </a:lvl1pPr>
            <a:lvl2pPr indent="-349250" lvl="1" marL="914400" algn="l">
              <a:spcBef>
                <a:spcPts val="380"/>
              </a:spcBef>
              <a:spcAft>
                <a:spcPts val="0"/>
              </a:spcAft>
              <a:buClr>
                <a:schemeClr val="dk1"/>
              </a:buClr>
              <a:buSzPts val="1900"/>
              <a:buFont typeface="Times New Roman"/>
              <a:buChar char="–"/>
              <a:defRPr sz="19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0" name="Google Shape;50;p8"/>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3290888" y="2924176"/>
            <a:ext cx="37309426" cy="5489575"/>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9"/>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2193926" y="1311277"/>
            <a:ext cx="14439900" cy="5576887"/>
          </a:xfrm>
          <a:prstGeom prst="rect">
            <a:avLst/>
          </a:prstGeom>
          <a:noFill/>
          <a:ln>
            <a:noFill/>
          </a:ln>
        </p:spPr>
        <p:txBody>
          <a:bodyPr anchorCtr="0" anchor="b" bIns="153775" lIns="307550" spcFirstLastPara="1" rIns="307550" wrap="square" tIns="153775">
            <a:noAutofit/>
          </a:bodyPr>
          <a:lstStyle>
            <a:lvl1pPr lvl="0" algn="l">
              <a:spcBef>
                <a:spcPts val="0"/>
              </a:spcBef>
              <a:spcAft>
                <a:spcPts val="0"/>
              </a:spcAft>
              <a:buSzPts val="1400"/>
              <a:buNone/>
              <a:defRPr b="1" sz="1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10"/>
          <p:cNvSpPr txBox="1"/>
          <p:nvPr>
            <p:ph idx="1" type="body"/>
          </p:nvPr>
        </p:nvSpPr>
        <p:spPr>
          <a:xfrm>
            <a:off x="17160876" y="1311277"/>
            <a:ext cx="24536400" cy="28093987"/>
          </a:xfrm>
          <a:prstGeom prst="rect">
            <a:avLst/>
          </a:prstGeom>
          <a:noFill/>
          <a:ln>
            <a:noFill/>
          </a:ln>
        </p:spPr>
        <p:txBody>
          <a:bodyPr anchorCtr="0" anchor="t" bIns="153775" lIns="307550" spcFirstLastPara="1" rIns="307550" wrap="square" tIns="153775">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49250" lvl="3" marL="1828800" algn="l">
              <a:spcBef>
                <a:spcPts val="380"/>
              </a:spcBef>
              <a:spcAft>
                <a:spcPts val="0"/>
              </a:spcAft>
              <a:buClr>
                <a:schemeClr val="dk1"/>
              </a:buClr>
              <a:buSzPts val="1900"/>
              <a:buFont typeface="Times New Roman"/>
              <a:buChar char="–"/>
              <a:defRPr sz="1900"/>
            </a:lvl4pPr>
            <a:lvl5pPr indent="-349250" lvl="4" marL="2286000" algn="l">
              <a:spcBef>
                <a:spcPts val="380"/>
              </a:spcBef>
              <a:spcAft>
                <a:spcPts val="0"/>
              </a:spcAft>
              <a:buClr>
                <a:schemeClr val="dk1"/>
              </a:buClr>
              <a:buSzPts val="1900"/>
              <a:buFont typeface="Times New Roman"/>
              <a:buChar char="»"/>
              <a:defRPr sz="1900"/>
            </a:lvl5pPr>
            <a:lvl6pPr indent="-349250" lvl="5" marL="2743200" algn="l">
              <a:spcBef>
                <a:spcPts val="380"/>
              </a:spcBef>
              <a:spcAft>
                <a:spcPts val="0"/>
              </a:spcAft>
              <a:buClr>
                <a:schemeClr val="dk1"/>
              </a:buClr>
              <a:buSzPts val="1900"/>
              <a:buFont typeface="Times New Roman"/>
              <a:buChar char="»"/>
              <a:defRPr sz="1900"/>
            </a:lvl6pPr>
            <a:lvl7pPr indent="-349250" lvl="6" marL="3200400" algn="l">
              <a:spcBef>
                <a:spcPts val="380"/>
              </a:spcBef>
              <a:spcAft>
                <a:spcPts val="0"/>
              </a:spcAft>
              <a:buClr>
                <a:schemeClr val="dk1"/>
              </a:buClr>
              <a:buSzPts val="1900"/>
              <a:buFont typeface="Times New Roman"/>
              <a:buChar char="»"/>
              <a:defRPr sz="1900"/>
            </a:lvl7pPr>
            <a:lvl8pPr indent="-349250" lvl="7" marL="3657600" algn="l">
              <a:spcBef>
                <a:spcPts val="380"/>
              </a:spcBef>
              <a:spcAft>
                <a:spcPts val="0"/>
              </a:spcAft>
              <a:buClr>
                <a:schemeClr val="dk1"/>
              </a:buClr>
              <a:buSzPts val="1900"/>
              <a:buFont typeface="Times New Roman"/>
              <a:buChar char="»"/>
              <a:defRPr sz="1900"/>
            </a:lvl8pPr>
            <a:lvl9pPr indent="-349250" lvl="8" marL="4114800" algn="l">
              <a:spcBef>
                <a:spcPts val="380"/>
              </a:spcBef>
              <a:spcAft>
                <a:spcPts val="0"/>
              </a:spcAft>
              <a:buClr>
                <a:schemeClr val="dk1"/>
              </a:buClr>
              <a:buSzPts val="1900"/>
              <a:buFont typeface="Times New Roman"/>
              <a:buChar char="»"/>
              <a:defRPr sz="1900"/>
            </a:lvl9pPr>
          </a:lstStyle>
          <a:p/>
        </p:txBody>
      </p:sp>
      <p:sp>
        <p:nvSpPr>
          <p:cNvPr id="61" name="Google Shape;61;p10"/>
          <p:cNvSpPr txBox="1"/>
          <p:nvPr>
            <p:ph idx="2" type="body"/>
          </p:nvPr>
        </p:nvSpPr>
        <p:spPr>
          <a:xfrm>
            <a:off x="2193926" y="6888162"/>
            <a:ext cx="14439900" cy="22517100"/>
          </a:xfrm>
          <a:prstGeom prst="rect">
            <a:avLst/>
          </a:prstGeom>
          <a:noFill/>
          <a:ln>
            <a:noFill/>
          </a:ln>
        </p:spPr>
        <p:txBody>
          <a:bodyPr anchorCtr="0" anchor="t" bIns="153775" lIns="307550" spcFirstLastPara="1" rIns="307550" wrap="square" tIns="15377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20"/>
              </a:spcBef>
              <a:spcAft>
                <a:spcPts val="0"/>
              </a:spcAft>
              <a:buClr>
                <a:schemeClr val="dk1"/>
              </a:buClr>
              <a:buSzPts val="1100"/>
              <a:buFont typeface="Times New Roman"/>
              <a:buNone/>
              <a:defRPr sz="1100"/>
            </a:lvl2pPr>
            <a:lvl3pPr indent="-228600" lvl="2" marL="1371600" algn="l">
              <a:spcBef>
                <a:spcPts val="220"/>
              </a:spcBef>
              <a:spcAft>
                <a:spcPts val="0"/>
              </a:spcAft>
              <a:buClr>
                <a:schemeClr val="dk1"/>
              </a:buClr>
              <a:buSzPts val="1100"/>
              <a:buFont typeface="Times New Roman"/>
              <a:buNone/>
              <a:defRPr sz="11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spcBef>
                <a:spcPts val="200"/>
              </a:spcBef>
              <a:spcAft>
                <a:spcPts val="0"/>
              </a:spcAft>
              <a:buClr>
                <a:schemeClr val="dk1"/>
              </a:buClr>
              <a:buSzPts val="1000"/>
              <a:buFont typeface="Times New Roman"/>
              <a:buNone/>
              <a:defRPr sz="1000"/>
            </a:lvl6pPr>
            <a:lvl7pPr indent="-228600" lvl="6" marL="3200400" algn="l">
              <a:spcBef>
                <a:spcPts val="200"/>
              </a:spcBef>
              <a:spcAft>
                <a:spcPts val="0"/>
              </a:spcAft>
              <a:buClr>
                <a:schemeClr val="dk1"/>
              </a:buClr>
              <a:buSzPts val="1000"/>
              <a:buFont typeface="Times New Roman"/>
              <a:buNone/>
              <a:defRPr sz="1000"/>
            </a:lvl7pPr>
            <a:lvl8pPr indent="-228600" lvl="7" marL="3657600" algn="l">
              <a:spcBef>
                <a:spcPts val="200"/>
              </a:spcBef>
              <a:spcAft>
                <a:spcPts val="0"/>
              </a:spcAft>
              <a:buClr>
                <a:schemeClr val="dk1"/>
              </a:buClr>
              <a:buSzPts val="1000"/>
              <a:buFont typeface="Times New Roman"/>
              <a:buNone/>
              <a:defRPr sz="1000"/>
            </a:lvl8pPr>
            <a:lvl9pPr indent="-228600" lvl="8" marL="4114800" algn="l">
              <a:spcBef>
                <a:spcPts val="200"/>
              </a:spcBef>
              <a:spcAft>
                <a:spcPts val="0"/>
              </a:spcAft>
              <a:buClr>
                <a:schemeClr val="dk1"/>
              </a:buClr>
              <a:buSzPts val="1000"/>
              <a:buFont typeface="Times New Roman"/>
              <a:buNone/>
              <a:defRPr sz="1000"/>
            </a:lvl9pPr>
          </a:lstStyle>
          <a:p/>
        </p:txBody>
      </p:sp>
      <p:sp>
        <p:nvSpPr>
          <p:cNvPr id="62" name="Google Shape;62;p10"/>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8602663" y="23042563"/>
            <a:ext cx="26335037" cy="2720976"/>
          </a:xfrm>
          <a:prstGeom prst="rect">
            <a:avLst/>
          </a:prstGeom>
          <a:noFill/>
          <a:ln>
            <a:noFill/>
          </a:ln>
        </p:spPr>
        <p:txBody>
          <a:bodyPr anchorCtr="0" anchor="b" bIns="153775" lIns="307550" spcFirstLastPara="1" rIns="307550" wrap="square" tIns="153775">
            <a:noAutofit/>
          </a:bodyPr>
          <a:lstStyle>
            <a:lvl1pPr lvl="0" algn="l">
              <a:spcBef>
                <a:spcPts val="0"/>
              </a:spcBef>
              <a:spcAft>
                <a:spcPts val="0"/>
              </a:spcAft>
              <a:buSzPts val="1400"/>
              <a:buNone/>
              <a:defRPr b="1" sz="19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1"/>
          <p:cNvSpPr/>
          <p:nvPr>
            <p:ph idx="2" type="pic"/>
          </p:nvPr>
        </p:nvSpPr>
        <p:spPr>
          <a:xfrm>
            <a:off x="8602663" y="2941639"/>
            <a:ext cx="26335037" cy="19750087"/>
          </a:xfrm>
          <a:prstGeom prst="rect">
            <a:avLst/>
          </a:prstGeom>
          <a:noFill/>
          <a:ln>
            <a:noFill/>
          </a:ln>
        </p:spPr>
      </p:sp>
      <p:sp>
        <p:nvSpPr>
          <p:cNvPr id="68" name="Google Shape;68;p11"/>
          <p:cNvSpPr txBox="1"/>
          <p:nvPr>
            <p:ph idx="1" type="body"/>
          </p:nvPr>
        </p:nvSpPr>
        <p:spPr>
          <a:xfrm>
            <a:off x="8602663" y="25763539"/>
            <a:ext cx="26335037" cy="3862387"/>
          </a:xfrm>
          <a:prstGeom prst="rect">
            <a:avLst/>
          </a:prstGeom>
          <a:noFill/>
          <a:ln>
            <a:noFill/>
          </a:ln>
        </p:spPr>
        <p:txBody>
          <a:bodyPr anchorCtr="0" anchor="t" bIns="153775" lIns="307550" spcFirstLastPara="1" rIns="307550" wrap="square" tIns="153775">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20"/>
              </a:spcBef>
              <a:spcAft>
                <a:spcPts val="0"/>
              </a:spcAft>
              <a:buClr>
                <a:schemeClr val="dk1"/>
              </a:buClr>
              <a:buSzPts val="1100"/>
              <a:buFont typeface="Times New Roman"/>
              <a:buNone/>
              <a:defRPr sz="1100"/>
            </a:lvl2pPr>
            <a:lvl3pPr indent="-228600" lvl="2" marL="1371600" algn="l">
              <a:spcBef>
                <a:spcPts val="220"/>
              </a:spcBef>
              <a:spcAft>
                <a:spcPts val="0"/>
              </a:spcAft>
              <a:buClr>
                <a:schemeClr val="dk1"/>
              </a:buClr>
              <a:buSzPts val="1100"/>
              <a:buFont typeface="Times New Roman"/>
              <a:buNone/>
              <a:defRPr sz="11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spcBef>
                <a:spcPts val="200"/>
              </a:spcBef>
              <a:spcAft>
                <a:spcPts val="0"/>
              </a:spcAft>
              <a:buClr>
                <a:schemeClr val="dk1"/>
              </a:buClr>
              <a:buSzPts val="1000"/>
              <a:buFont typeface="Times New Roman"/>
              <a:buNone/>
              <a:defRPr sz="1000"/>
            </a:lvl6pPr>
            <a:lvl7pPr indent="-228600" lvl="6" marL="3200400" algn="l">
              <a:spcBef>
                <a:spcPts val="200"/>
              </a:spcBef>
              <a:spcAft>
                <a:spcPts val="0"/>
              </a:spcAft>
              <a:buClr>
                <a:schemeClr val="dk1"/>
              </a:buClr>
              <a:buSzPts val="1000"/>
              <a:buFont typeface="Times New Roman"/>
              <a:buNone/>
              <a:defRPr sz="1000"/>
            </a:lvl7pPr>
            <a:lvl8pPr indent="-228600" lvl="7" marL="3657600" algn="l">
              <a:spcBef>
                <a:spcPts val="200"/>
              </a:spcBef>
              <a:spcAft>
                <a:spcPts val="0"/>
              </a:spcAft>
              <a:buClr>
                <a:schemeClr val="dk1"/>
              </a:buClr>
              <a:buSzPts val="1000"/>
              <a:buFont typeface="Times New Roman"/>
              <a:buNone/>
              <a:defRPr sz="1000"/>
            </a:lvl8pPr>
            <a:lvl9pPr indent="-228600" lvl="8" marL="4114800" algn="l">
              <a:spcBef>
                <a:spcPts val="200"/>
              </a:spcBef>
              <a:spcAft>
                <a:spcPts val="0"/>
              </a:spcAft>
              <a:buClr>
                <a:schemeClr val="dk1"/>
              </a:buClr>
              <a:buSzPts val="1000"/>
              <a:buFont typeface="Times New Roman"/>
              <a:buNone/>
              <a:defRPr sz="1000"/>
            </a:lvl9pPr>
          </a:lstStyle>
          <a:p/>
        </p:txBody>
      </p:sp>
      <p:sp>
        <p:nvSpPr>
          <p:cNvPr id="69" name="Google Shape;69;p11"/>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3290888" y="2924176"/>
            <a:ext cx="37309426" cy="5489575"/>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2"/>
          <p:cNvSpPr txBox="1"/>
          <p:nvPr>
            <p:ph idx="1" type="body"/>
          </p:nvPr>
        </p:nvSpPr>
        <p:spPr>
          <a:xfrm rot="5400000">
            <a:off x="12072145" y="732631"/>
            <a:ext cx="19746912" cy="37309426"/>
          </a:xfrm>
          <a:prstGeom prst="rect">
            <a:avLst/>
          </a:prstGeom>
          <a:noFill/>
          <a:ln>
            <a:noFill/>
          </a:ln>
        </p:spPr>
        <p:txBody>
          <a:bodyPr anchorCtr="0" anchor="t" bIns="153775" lIns="307550" spcFirstLastPara="1" rIns="307550" wrap="square" tIns="15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2"/>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22768720" y="11429206"/>
            <a:ext cx="26336626" cy="9326563"/>
          </a:xfrm>
          <a:prstGeom prst="rect">
            <a:avLst/>
          </a:prstGeom>
          <a:noFill/>
          <a:ln>
            <a:noFill/>
          </a:ln>
        </p:spPr>
        <p:txBody>
          <a:bodyPr anchorCtr="0" anchor="ctr" bIns="153775" lIns="307550" spcFirstLastPara="1" rIns="307550" wrap="square" tIns="15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3"/>
          <p:cNvSpPr txBox="1"/>
          <p:nvPr>
            <p:ph idx="1" type="body"/>
          </p:nvPr>
        </p:nvSpPr>
        <p:spPr>
          <a:xfrm rot="5400000">
            <a:off x="4037808" y="2177257"/>
            <a:ext cx="26336626" cy="27830461"/>
          </a:xfrm>
          <a:prstGeom prst="rect">
            <a:avLst/>
          </a:prstGeom>
          <a:noFill/>
          <a:ln>
            <a:noFill/>
          </a:ln>
        </p:spPr>
        <p:txBody>
          <a:bodyPr anchorCtr="0" anchor="t" bIns="153775" lIns="307550" spcFirstLastPara="1" rIns="307550" wrap="square" tIns="15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3"/>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algn="r">
              <a:spcBef>
                <a:spcPts val="0"/>
              </a:spcBef>
              <a:spcAft>
                <a:spcPts val="0"/>
              </a:spcAft>
              <a:buNone/>
              <a:defRPr sz="4800">
                <a:solidFill>
                  <a:schemeClr val="dk1"/>
                </a:solidFill>
                <a:latin typeface="Times New Roman"/>
                <a:ea typeface="Times New Roman"/>
                <a:cs typeface="Times New Roman"/>
                <a:sym typeface="Times New Roman"/>
              </a:defRPr>
            </a:lvl1pPr>
            <a:lvl2pPr indent="0" lvl="1" marL="0" algn="r">
              <a:spcBef>
                <a:spcPts val="0"/>
              </a:spcBef>
              <a:spcAft>
                <a:spcPts val="0"/>
              </a:spcAft>
              <a:buNone/>
              <a:defRPr sz="4800">
                <a:solidFill>
                  <a:schemeClr val="dk1"/>
                </a:solidFill>
                <a:latin typeface="Times New Roman"/>
                <a:ea typeface="Times New Roman"/>
                <a:cs typeface="Times New Roman"/>
                <a:sym typeface="Times New Roman"/>
              </a:defRPr>
            </a:lvl2pPr>
            <a:lvl3pPr indent="0" lvl="2" marL="0" algn="r">
              <a:spcBef>
                <a:spcPts val="0"/>
              </a:spcBef>
              <a:spcAft>
                <a:spcPts val="0"/>
              </a:spcAft>
              <a:buNone/>
              <a:defRPr sz="4800">
                <a:solidFill>
                  <a:schemeClr val="dk1"/>
                </a:solidFill>
                <a:latin typeface="Times New Roman"/>
                <a:ea typeface="Times New Roman"/>
                <a:cs typeface="Times New Roman"/>
                <a:sym typeface="Times New Roman"/>
              </a:defRPr>
            </a:lvl3pPr>
            <a:lvl4pPr indent="0" lvl="3" marL="0" algn="r">
              <a:spcBef>
                <a:spcPts val="0"/>
              </a:spcBef>
              <a:spcAft>
                <a:spcPts val="0"/>
              </a:spcAft>
              <a:buNone/>
              <a:defRPr sz="4800">
                <a:solidFill>
                  <a:schemeClr val="dk1"/>
                </a:solidFill>
                <a:latin typeface="Times New Roman"/>
                <a:ea typeface="Times New Roman"/>
                <a:cs typeface="Times New Roman"/>
                <a:sym typeface="Times New Roman"/>
              </a:defRPr>
            </a:lvl4pPr>
            <a:lvl5pPr indent="0" lvl="4" marL="0" algn="r">
              <a:spcBef>
                <a:spcPts val="0"/>
              </a:spcBef>
              <a:spcAft>
                <a:spcPts val="0"/>
              </a:spcAft>
              <a:buNone/>
              <a:defRPr sz="4800">
                <a:solidFill>
                  <a:schemeClr val="dk1"/>
                </a:solidFill>
                <a:latin typeface="Times New Roman"/>
                <a:ea typeface="Times New Roman"/>
                <a:cs typeface="Times New Roman"/>
                <a:sym typeface="Times New Roman"/>
              </a:defRPr>
            </a:lvl5pPr>
            <a:lvl6pPr indent="0" lvl="5" marL="0" algn="r">
              <a:spcBef>
                <a:spcPts val="0"/>
              </a:spcBef>
              <a:spcAft>
                <a:spcPts val="0"/>
              </a:spcAft>
              <a:buNone/>
              <a:defRPr sz="4800">
                <a:solidFill>
                  <a:schemeClr val="dk1"/>
                </a:solidFill>
                <a:latin typeface="Times New Roman"/>
                <a:ea typeface="Times New Roman"/>
                <a:cs typeface="Times New Roman"/>
                <a:sym typeface="Times New Roman"/>
              </a:defRPr>
            </a:lvl6pPr>
            <a:lvl7pPr indent="0" lvl="6" marL="0" algn="r">
              <a:spcBef>
                <a:spcPts val="0"/>
              </a:spcBef>
              <a:spcAft>
                <a:spcPts val="0"/>
              </a:spcAft>
              <a:buNone/>
              <a:defRPr sz="4800">
                <a:solidFill>
                  <a:schemeClr val="dk1"/>
                </a:solidFill>
                <a:latin typeface="Times New Roman"/>
                <a:ea typeface="Times New Roman"/>
                <a:cs typeface="Times New Roman"/>
                <a:sym typeface="Times New Roman"/>
              </a:defRPr>
            </a:lvl7pPr>
            <a:lvl8pPr indent="0" lvl="7" marL="0" algn="r">
              <a:spcBef>
                <a:spcPts val="0"/>
              </a:spcBef>
              <a:spcAft>
                <a:spcPts val="0"/>
              </a:spcAft>
              <a:buNone/>
              <a:defRPr sz="4800">
                <a:solidFill>
                  <a:schemeClr val="dk1"/>
                </a:solidFill>
                <a:latin typeface="Times New Roman"/>
                <a:ea typeface="Times New Roman"/>
                <a:cs typeface="Times New Roman"/>
                <a:sym typeface="Times New Roman"/>
              </a:defRPr>
            </a:lvl8pPr>
            <a:lvl9pPr indent="0" lvl="8" marL="0" algn="r">
              <a:spcBef>
                <a:spcPts val="0"/>
              </a:spcBef>
              <a:spcAft>
                <a:spcPts val="0"/>
              </a:spcAft>
              <a:buNone/>
              <a:defRPr sz="48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3290888" y="2924176"/>
            <a:ext cx="37309426" cy="5489575"/>
          </a:xfrm>
          <a:prstGeom prst="rect">
            <a:avLst/>
          </a:prstGeom>
          <a:noFill/>
          <a:ln>
            <a:noFill/>
          </a:ln>
        </p:spPr>
        <p:txBody>
          <a:bodyPr anchorCtr="0" anchor="ctr" bIns="153775" lIns="307550" spcFirstLastPara="1" rIns="307550" wrap="square" tIns="153775">
            <a:noAutofit/>
          </a:bodyPr>
          <a:lstStyle>
            <a:lvl1pPr lvl="0"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14900" u="none" cap="none" strike="noStrike">
                <a:solidFill>
                  <a:schemeClr val="dk2"/>
                </a:solidFill>
                <a:latin typeface="Times New Roman"/>
                <a:ea typeface="Times New Roman"/>
                <a:cs typeface="Times New Roman"/>
                <a:sym typeface="Times New Roman"/>
              </a:defRPr>
            </a:lvl9pPr>
          </a:lstStyle>
          <a:p/>
        </p:txBody>
      </p:sp>
      <p:sp>
        <p:nvSpPr>
          <p:cNvPr id="11" name="Google Shape;11;p2"/>
          <p:cNvSpPr txBox="1"/>
          <p:nvPr>
            <p:ph idx="1" type="body"/>
          </p:nvPr>
        </p:nvSpPr>
        <p:spPr>
          <a:xfrm>
            <a:off x="3290888" y="9513888"/>
            <a:ext cx="37309426" cy="19746912"/>
          </a:xfrm>
          <a:prstGeom prst="rect">
            <a:avLst/>
          </a:prstGeom>
          <a:noFill/>
          <a:ln>
            <a:noFill/>
          </a:ln>
        </p:spPr>
        <p:txBody>
          <a:bodyPr anchorCtr="0" anchor="t" bIns="153775" lIns="307550" spcFirstLastPara="1" rIns="307550" wrap="square" tIns="153775">
            <a:noAutofit/>
          </a:bodyPr>
          <a:lstStyle>
            <a:lvl1pPr indent="-914400" lvl="0" marL="457200" marR="0" rtl="0" algn="l">
              <a:spcBef>
                <a:spcPts val="2160"/>
              </a:spcBef>
              <a:spcAft>
                <a:spcPts val="0"/>
              </a:spcAft>
              <a:buClr>
                <a:schemeClr val="dk1"/>
              </a:buClr>
              <a:buSzPts val="10800"/>
              <a:buFont typeface="Times New Roman"/>
              <a:buChar char="•"/>
              <a:defRPr b="0" i="0" sz="10800" u="none" cap="none" strike="noStrike">
                <a:solidFill>
                  <a:schemeClr val="dk1"/>
                </a:solidFill>
                <a:latin typeface="Times New Roman"/>
                <a:ea typeface="Times New Roman"/>
                <a:cs typeface="Times New Roman"/>
                <a:sym typeface="Times New Roman"/>
              </a:defRPr>
            </a:lvl1pPr>
            <a:lvl2pPr indent="-831850" lvl="1" marL="914400" marR="0" rtl="0" algn="l">
              <a:spcBef>
                <a:spcPts val="1900"/>
              </a:spcBef>
              <a:spcAft>
                <a:spcPts val="0"/>
              </a:spcAft>
              <a:buClr>
                <a:schemeClr val="dk1"/>
              </a:buClr>
              <a:buSzPts val="9500"/>
              <a:buFont typeface="Times New Roman"/>
              <a:buChar char="–"/>
              <a:defRPr b="0" i="0" sz="9500" u="none" cap="none" strike="noStrike">
                <a:solidFill>
                  <a:schemeClr val="dk1"/>
                </a:solidFill>
                <a:latin typeface="Times New Roman"/>
                <a:ea typeface="Times New Roman"/>
                <a:cs typeface="Times New Roman"/>
                <a:sym typeface="Times New Roman"/>
              </a:defRPr>
            </a:lvl2pPr>
            <a:lvl3pPr indent="-749300" lvl="2" marL="1371600" marR="0" rtl="0" algn="l">
              <a:spcBef>
                <a:spcPts val="1640"/>
              </a:spcBef>
              <a:spcAft>
                <a:spcPts val="0"/>
              </a:spcAft>
              <a:buClr>
                <a:schemeClr val="dk1"/>
              </a:buClr>
              <a:buSzPts val="8200"/>
              <a:buFont typeface="Times New Roman"/>
              <a:buChar char="•"/>
              <a:defRPr b="0" i="0" sz="8200" u="none" cap="none" strike="noStrike">
                <a:solidFill>
                  <a:schemeClr val="dk1"/>
                </a:solidFill>
                <a:latin typeface="Times New Roman"/>
                <a:ea typeface="Times New Roman"/>
                <a:cs typeface="Times New Roman"/>
                <a:sym typeface="Times New Roman"/>
              </a:defRPr>
            </a:lvl3pPr>
            <a:lvl4pPr indent="-647700" lvl="3" marL="18288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4pPr>
            <a:lvl5pPr indent="-647700" lvl="4" marL="22860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5pPr>
            <a:lvl6pPr indent="-647700" lvl="5" marL="27432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6pPr>
            <a:lvl7pPr indent="-647700" lvl="6" marL="32004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7pPr>
            <a:lvl8pPr indent="-647700" lvl="7" marL="36576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8pPr>
            <a:lvl9pPr indent="-647700" lvl="8" marL="4114800" marR="0" rtl="0" algn="l">
              <a:spcBef>
                <a:spcPts val="1320"/>
              </a:spcBef>
              <a:spcAft>
                <a:spcPts val="0"/>
              </a:spcAft>
              <a:buClr>
                <a:schemeClr val="dk1"/>
              </a:buClr>
              <a:buSzPts val="6600"/>
              <a:buFont typeface="Times New Roman"/>
              <a:buChar char="»"/>
              <a:defRPr b="0" i="0" sz="6600" u="none" cap="none" strike="noStrike">
                <a:solidFill>
                  <a:schemeClr val="dk1"/>
                </a:solidFill>
                <a:latin typeface="Times New Roman"/>
                <a:ea typeface="Times New Roman"/>
                <a:cs typeface="Times New Roman"/>
                <a:sym typeface="Times New Roman"/>
              </a:defRPr>
            </a:lvl9pPr>
          </a:lstStyle>
          <a:p/>
        </p:txBody>
      </p:sp>
      <p:sp>
        <p:nvSpPr>
          <p:cNvPr id="12" name="Google Shape;12;p2"/>
          <p:cNvSpPr txBox="1"/>
          <p:nvPr>
            <p:ph idx="10" type="dt"/>
          </p:nvPr>
        </p:nvSpPr>
        <p:spPr>
          <a:xfrm>
            <a:off x="3290888" y="29994226"/>
            <a:ext cx="9144000" cy="2190750"/>
          </a:xfrm>
          <a:prstGeom prst="rect">
            <a:avLst/>
          </a:prstGeom>
          <a:noFill/>
          <a:ln>
            <a:noFill/>
          </a:ln>
        </p:spPr>
        <p:txBody>
          <a:bodyPr anchorCtr="0" anchor="t" bIns="153775" lIns="307550" spcFirstLastPara="1" rIns="307550" wrap="square" tIns="153775">
            <a:noAutofit/>
          </a:bodyPr>
          <a:lstStyle>
            <a:lvl1pPr lvl="0" marR="0" rtl="0" algn="l">
              <a:spcBef>
                <a:spcPts val="0"/>
              </a:spcBef>
              <a:spcAft>
                <a:spcPts val="0"/>
              </a:spcAft>
              <a:buSzPts val="1400"/>
              <a:buNone/>
              <a:defRPr b="0" i="0" sz="4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2"/>
          <p:cNvSpPr txBox="1"/>
          <p:nvPr>
            <p:ph idx="11" type="ftr"/>
          </p:nvPr>
        </p:nvSpPr>
        <p:spPr>
          <a:xfrm>
            <a:off x="14997114" y="29994226"/>
            <a:ext cx="13896974" cy="2190750"/>
          </a:xfrm>
          <a:prstGeom prst="rect">
            <a:avLst/>
          </a:prstGeom>
          <a:noFill/>
          <a:ln>
            <a:noFill/>
          </a:ln>
        </p:spPr>
        <p:txBody>
          <a:bodyPr anchorCtr="0" anchor="t" bIns="153775" lIns="307550" spcFirstLastPara="1" rIns="307550" wrap="square" tIns="153775">
            <a:noAutofit/>
          </a:bodyPr>
          <a:lstStyle>
            <a:lvl1pPr lvl="0" marR="0" rtl="0" algn="ctr">
              <a:spcBef>
                <a:spcPts val="0"/>
              </a:spcBef>
              <a:spcAft>
                <a:spcPts val="0"/>
              </a:spcAft>
              <a:buSzPts val="1400"/>
              <a:buNone/>
              <a:defRPr b="0" i="0" sz="48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2"/>
          <p:cNvSpPr txBox="1"/>
          <p:nvPr>
            <p:ph idx="12" type="sldNum"/>
          </p:nvPr>
        </p:nvSpPr>
        <p:spPr>
          <a:xfrm>
            <a:off x="31456313" y="29994226"/>
            <a:ext cx="9144000" cy="2190750"/>
          </a:xfrm>
          <a:prstGeom prst="rect">
            <a:avLst/>
          </a:prstGeom>
          <a:noFill/>
          <a:ln>
            <a:noFill/>
          </a:ln>
        </p:spPr>
        <p:txBody>
          <a:bodyPr anchorCtr="0" anchor="t" bIns="153775" lIns="307550" spcFirstLastPara="1" rIns="307550" wrap="square" tIns="153775">
            <a:noAutofit/>
          </a:bodyPr>
          <a:lstStyle>
            <a:lvl1pPr indent="0" lvl="0"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48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 Id="rId11" Type="http://schemas.openxmlformats.org/officeDocument/2006/relationships/image" Target="../media/image1.png"/><Relationship Id="rId10" Type="http://schemas.openxmlformats.org/officeDocument/2006/relationships/image" Target="../media/image9.jpg"/><Relationship Id="rId12" Type="http://schemas.openxmlformats.org/officeDocument/2006/relationships/image" Target="../media/image5.png"/><Relationship Id="rId9" Type="http://schemas.openxmlformats.org/officeDocument/2006/relationships/image" Target="../media/image10.jpg"/><Relationship Id="rId5" Type="http://schemas.openxmlformats.org/officeDocument/2006/relationships/image" Target="../media/image7.png"/><Relationship Id="rId6" Type="http://schemas.openxmlformats.org/officeDocument/2006/relationships/image" Target="../media/image8.jpg"/><Relationship Id="rId7" Type="http://schemas.openxmlformats.org/officeDocument/2006/relationships/image" Target="../media/image2.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gradFill>
          <a:gsLst>
            <a:gs pos="0">
              <a:srgbClr val="8488C4"/>
            </a:gs>
            <a:gs pos="52999">
              <a:srgbClr val="D4DEFF"/>
            </a:gs>
            <a:gs pos="83000">
              <a:srgbClr val="D4DEFF"/>
            </a:gs>
            <a:gs pos="100000">
              <a:srgbClr val="96AB94"/>
            </a:gs>
          </a:gsLst>
          <a:lin ang="5400000" scaled="0"/>
        </a:gradFill>
      </p:bgPr>
    </p:bg>
    <p:spTree>
      <p:nvGrpSpPr>
        <p:cNvPr id="88" name="Shape 88"/>
        <p:cNvGrpSpPr/>
        <p:nvPr/>
      </p:nvGrpSpPr>
      <p:grpSpPr>
        <a:xfrm>
          <a:off x="0" y="0"/>
          <a:ext cx="0" cy="0"/>
          <a:chOff x="0" y="0"/>
          <a:chExt cx="0" cy="0"/>
        </a:xfrm>
      </p:grpSpPr>
      <p:grpSp>
        <p:nvGrpSpPr>
          <p:cNvPr id="89" name="Google Shape;89;p1"/>
          <p:cNvGrpSpPr/>
          <p:nvPr/>
        </p:nvGrpSpPr>
        <p:grpSpPr>
          <a:xfrm>
            <a:off x="30415100" y="5809143"/>
            <a:ext cx="12764477" cy="15552795"/>
            <a:chOff x="762000" y="6172200"/>
            <a:chExt cx="11694436" cy="17889113"/>
          </a:xfrm>
        </p:grpSpPr>
        <p:sp>
          <p:nvSpPr>
            <p:cNvPr id="90" name="Google Shape;90;p1"/>
            <p:cNvSpPr/>
            <p:nvPr/>
          </p:nvSpPr>
          <p:spPr>
            <a:xfrm>
              <a:off x="1178836" y="6619013"/>
              <a:ext cx="11277600" cy="17442300"/>
            </a:xfrm>
            <a:prstGeom prst="roundRect">
              <a:avLst>
                <a:gd fmla="val 5425"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0575" lIns="228600" spcFirstLastPara="1" rIns="228600" wrap="square" tIns="100575">
              <a:noAutofit/>
            </a:bodyPr>
            <a:lstStyle/>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Our guitar contains two 3D printed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compartments to house the electronics.</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This was done because there wasn’t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enough room in the body of the guitar.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We used a bandsaw to cut the guitar and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attached the prints using five screws in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each. There are also screw holes on the</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bottom allowing us to secure the boards in</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place. The top is a laser cut acrylic sheet.</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This was chosen so that anyone may look</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inside</a:t>
              </a:r>
              <a:r>
                <a:rPr lang="en-US" sz="2600">
                  <a:solidFill>
                    <a:schemeClr val="dk1"/>
                  </a:solidFill>
                  <a:latin typeface="Tahoma"/>
                  <a:ea typeface="Tahoma"/>
                  <a:cs typeface="Tahoma"/>
                  <a:sym typeface="Tahoma"/>
                </a:rPr>
                <a:t> to see the wiring.</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Our guitar also interfaces with an app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that allows for the changing of the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LEDs on the fretboard and </a:t>
              </a:r>
              <a:r>
                <a:rPr lang="en-US" sz="2600">
                  <a:solidFill>
                    <a:schemeClr val="dk1"/>
                  </a:solidFill>
                  <a:latin typeface="Tahoma"/>
                  <a:ea typeface="Tahoma"/>
                  <a:cs typeface="Tahoma"/>
                  <a:sym typeface="Tahoma"/>
                </a:rPr>
                <a:t>the</a:t>
              </a:r>
              <a:r>
                <a:rPr lang="en-US" sz="2600">
                  <a:solidFill>
                    <a:schemeClr val="dk1"/>
                  </a:solidFill>
                  <a:latin typeface="Tahoma"/>
                  <a:ea typeface="Tahoma"/>
                  <a:cs typeface="Tahoma"/>
                  <a:sym typeface="Tahoma"/>
                </a:rPr>
                <a:t> changing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of the audio effect, along with reading the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frequency of the note with the highest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amplitude. On the right we have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screenshots of the app which show how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we interface with the guitar. With the LED</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Fretboard and Digital Effects, interfacing</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is only done by pressing a button. With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the tuner, all the user does it read off the</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value and change the string tone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accordingly.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b="0" i="0" sz="2600" u="none" cap="none" strike="noStrike">
                <a:solidFill>
                  <a:schemeClr val="dk1"/>
                </a:solidFill>
                <a:latin typeface="Tahoma"/>
                <a:ea typeface="Tahoma"/>
                <a:cs typeface="Tahoma"/>
                <a:sym typeface="Tahoma"/>
              </a:endParaRPr>
            </a:p>
            <a:p>
              <a:pPr indent="0" lvl="0" marL="0" marR="0" rtl="0" algn="l">
                <a:spcBef>
                  <a:spcPts val="0"/>
                </a:spcBef>
                <a:spcAft>
                  <a:spcPts val="0"/>
                </a:spcAft>
                <a:buNone/>
              </a:pPr>
              <a:r>
                <a:t/>
              </a:r>
              <a:endParaRPr/>
            </a:p>
          </p:txBody>
        </p:sp>
        <p:sp>
          <p:nvSpPr>
            <p:cNvPr id="91" name="Google Shape;91;p1"/>
            <p:cNvSpPr txBox="1"/>
            <p:nvPr/>
          </p:nvSpPr>
          <p:spPr>
            <a:xfrm>
              <a:off x="762000" y="6172200"/>
              <a:ext cx="11160125" cy="992921"/>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65750" spcFirstLastPara="1" rIns="365750" wrap="square" tIns="0">
              <a:noAutofit/>
            </a:bodyPr>
            <a:lstStyle/>
            <a:p>
              <a:pPr indent="0" lvl="0" marL="0" marR="0" rtl="0" algn="l">
                <a:spcBef>
                  <a:spcPts val="0"/>
                </a:spcBef>
                <a:spcAft>
                  <a:spcPts val="0"/>
                </a:spcAft>
                <a:buNone/>
              </a:pPr>
              <a:r>
                <a:rPr b="1" i="0" lang="en-US" sz="4900" u="none" cap="none" strike="noStrike">
                  <a:solidFill>
                    <a:schemeClr val="lt1"/>
                  </a:solidFill>
                  <a:latin typeface="Calibri"/>
                  <a:ea typeface="Calibri"/>
                  <a:cs typeface="Calibri"/>
                  <a:sym typeface="Calibri"/>
                </a:rPr>
                <a:t>COMPONENT and SYSTEM TESTING</a:t>
              </a:r>
              <a:endParaRPr b="1" sz="3600">
                <a:solidFill>
                  <a:schemeClr val="lt1"/>
                </a:solidFill>
                <a:latin typeface="Calibri"/>
                <a:ea typeface="Calibri"/>
                <a:cs typeface="Calibri"/>
                <a:sym typeface="Calibri"/>
              </a:endParaRPr>
            </a:p>
          </p:txBody>
        </p:sp>
      </p:grpSp>
      <p:sp>
        <p:nvSpPr>
          <p:cNvPr id="92" name="Google Shape;92;p1"/>
          <p:cNvSpPr txBox="1"/>
          <p:nvPr/>
        </p:nvSpPr>
        <p:spPr>
          <a:xfrm>
            <a:off x="715620" y="685800"/>
            <a:ext cx="42459964" cy="4495800"/>
          </a:xfrm>
          <a:prstGeom prst="rect">
            <a:avLst/>
          </a:prstGeom>
          <a:gradFill>
            <a:gsLst>
              <a:gs pos="0">
                <a:srgbClr val="00B0F0"/>
              </a:gs>
              <a:gs pos="39999">
                <a:srgbClr val="85C2FF"/>
              </a:gs>
              <a:gs pos="100000">
                <a:schemeClr val="accent3"/>
              </a:gs>
            </a:gsLst>
            <a:lin ang="5400000" scaled="0"/>
          </a:gradFill>
          <a:ln cap="flat" cmpd="sng" w="9525">
            <a:solidFill>
              <a:schemeClr val="dk1"/>
            </a:solidFill>
            <a:prstDash val="solid"/>
            <a:miter lim="800000"/>
            <a:headEnd len="sm" w="sm" type="none"/>
            <a:tailEnd len="sm" w="sm" type="none"/>
          </a:ln>
        </p:spPr>
        <p:txBody>
          <a:bodyPr anchorCtr="0" anchor="t" bIns="457125" lIns="3840250" spcFirstLastPara="1" rIns="3840250" wrap="square" tIns="288000">
            <a:noAutofit/>
          </a:bodyPr>
          <a:lstStyle/>
          <a:p>
            <a:pPr indent="0" lvl="0" marL="0" marR="0" rtl="0" algn="ctr">
              <a:spcBef>
                <a:spcPts val="0"/>
              </a:spcBef>
              <a:spcAft>
                <a:spcPts val="0"/>
              </a:spcAft>
              <a:buNone/>
            </a:pPr>
            <a:r>
              <a:rPr b="1" lang="en-US" sz="7300">
                <a:solidFill>
                  <a:srgbClr val="0C0C0C"/>
                </a:solidFill>
                <a:latin typeface="Verdana"/>
                <a:ea typeface="Verdana"/>
                <a:cs typeface="Verdana"/>
                <a:sym typeface="Verdana"/>
              </a:rPr>
              <a:t>Strumtech: Innovative Guitar System </a:t>
            </a:r>
            <a:endParaRPr b="1" sz="7300">
              <a:solidFill>
                <a:srgbClr val="0C0C0C"/>
              </a:solidFill>
              <a:latin typeface="Verdana"/>
              <a:ea typeface="Verdana"/>
              <a:cs typeface="Verdana"/>
              <a:sym typeface="Verdana"/>
            </a:endParaRPr>
          </a:p>
          <a:p>
            <a:pPr indent="0" lvl="0" marL="0" marR="0" rtl="0" algn="ctr">
              <a:spcBef>
                <a:spcPts val="0"/>
              </a:spcBef>
              <a:spcAft>
                <a:spcPts val="0"/>
              </a:spcAft>
              <a:buNone/>
            </a:pPr>
            <a:r>
              <a:rPr b="1" lang="en-US" sz="7300">
                <a:solidFill>
                  <a:srgbClr val="0C0C0C"/>
                </a:solidFill>
                <a:latin typeface="Verdana"/>
                <a:ea typeface="Verdana"/>
                <a:cs typeface="Verdana"/>
                <a:sym typeface="Verdana"/>
              </a:rPr>
              <a:t>for Beginners</a:t>
            </a:r>
            <a:endParaRPr b="1" sz="7300">
              <a:solidFill>
                <a:srgbClr val="0C0C0C"/>
              </a:solidFill>
              <a:latin typeface="Verdana"/>
              <a:ea typeface="Verdana"/>
              <a:cs typeface="Verdana"/>
              <a:sym typeface="Verdana"/>
            </a:endParaRPr>
          </a:p>
          <a:p>
            <a:pPr indent="0" lvl="0" marL="0" marR="0" rtl="0" algn="ctr">
              <a:spcBef>
                <a:spcPts val="0"/>
              </a:spcBef>
              <a:spcAft>
                <a:spcPts val="0"/>
              </a:spcAft>
              <a:buNone/>
            </a:pPr>
            <a:r>
              <a:rPr lang="en-US" sz="5600">
                <a:solidFill>
                  <a:srgbClr val="262626"/>
                </a:solidFill>
                <a:latin typeface="Verdana"/>
                <a:ea typeface="Verdana"/>
                <a:cs typeface="Verdana"/>
                <a:sym typeface="Verdana"/>
              </a:rPr>
              <a:t>David Ellis, Austin Petersen, Gerald Stanford, Michael Ward</a:t>
            </a:r>
            <a:r>
              <a:rPr lang="en-US" sz="5600">
                <a:solidFill>
                  <a:srgbClr val="262626"/>
                </a:solidFill>
                <a:latin typeface="Verdana"/>
                <a:ea typeface="Verdana"/>
                <a:cs typeface="Verdana"/>
                <a:sym typeface="Verdana"/>
              </a:rPr>
              <a:t> </a:t>
            </a:r>
            <a:endParaRPr/>
          </a:p>
          <a:p>
            <a:pPr indent="0" lvl="0" marL="0" marR="0" rtl="0" algn="ctr">
              <a:spcBef>
                <a:spcPts val="0"/>
              </a:spcBef>
              <a:spcAft>
                <a:spcPts val="0"/>
              </a:spcAft>
              <a:buNone/>
            </a:pPr>
            <a:r>
              <a:t/>
            </a:r>
            <a:endParaRPr sz="1700">
              <a:solidFill>
                <a:srgbClr val="262626"/>
              </a:solidFill>
              <a:latin typeface="Verdana"/>
              <a:ea typeface="Verdana"/>
              <a:cs typeface="Verdana"/>
              <a:sym typeface="Verdana"/>
            </a:endParaRPr>
          </a:p>
          <a:p>
            <a:pPr indent="0" lvl="0" marL="0" marR="0" rtl="0" algn="ctr">
              <a:spcBef>
                <a:spcPts val="0"/>
              </a:spcBef>
              <a:spcAft>
                <a:spcPts val="0"/>
              </a:spcAft>
              <a:buNone/>
            </a:pPr>
            <a:r>
              <a:rPr i="1" lang="en-US" sz="4200">
                <a:solidFill>
                  <a:srgbClr val="262626"/>
                </a:solidFill>
                <a:latin typeface="Verdana"/>
                <a:ea typeface="Verdana"/>
                <a:cs typeface="Verdana"/>
                <a:sym typeface="Verdana"/>
              </a:rPr>
              <a:t>CAPSTONE Senior Design 2023-2024, Department of Electrical and Computer Engineering, University of Delaware</a:t>
            </a:r>
            <a:endParaRPr sz="4200">
              <a:solidFill>
                <a:srgbClr val="262626"/>
              </a:solidFill>
              <a:latin typeface="Verdana"/>
              <a:ea typeface="Verdana"/>
              <a:cs typeface="Verdana"/>
              <a:sym typeface="Verdana"/>
            </a:endParaRPr>
          </a:p>
        </p:txBody>
      </p:sp>
      <p:grpSp>
        <p:nvGrpSpPr>
          <p:cNvPr id="93" name="Google Shape;93;p1"/>
          <p:cNvGrpSpPr/>
          <p:nvPr/>
        </p:nvGrpSpPr>
        <p:grpSpPr>
          <a:xfrm>
            <a:off x="460375" y="16951635"/>
            <a:ext cx="12548028" cy="15395366"/>
            <a:chOff x="791235" y="-382398"/>
            <a:chExt cx="11496132" cy="12823060"/>
          </a:xfrm>
        </p:grpSpPr>
        <p:sp>
          <p:nvSpPr>
            <p:cNvPr id="94" name="Google Shape;94;p1"/>
            <p:cNvSpPr/>
            <p:nvPr/>
          </p:nvSpPr>
          <p:spPr>
            <a:xfrm>
              <a:off x="1009767" y="30862"/>
              <a:ext cx="11277600" cy="12409800"/>
            </a:xfrm>
            <a:prstGeom prst="roundRect">
              <a:avLst>
                <a:gd fmla="val 8639"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0575" lIns="228600" spcFirstLastPara="1" rIns="228600" wrap="square" tIns="100575">
              <a:noAutofit/>
            </a:bodyPr>
            <a:lstStyle/>
            <a:p>
              <a:pPr indent="0" lvl="0" marL="0" marR="0" rtl="0" algn="l">
                <a:lnSpc>
                  <a:spcPct val="110000"/>
                </a:lnSpc>
                <a:spcBef>
                  <a:spcPts val="0"/>
                </a:spcBef>
                <a:spcAft>
                  <a:spcPts val="0"/>
                </a:spcAft>
                <a:buNone/>
              </a:pPr>
              <a:r>
                <a:rPr lang="en-US" sz="2600">
                  <a:solidFill>
                    <a:schemeClr val="dk1"/>
                  </a:solidFill>
                  <a:latin typeface="Tahoma"/>
                  <a:ea typeface="Tahoma"/>
                  <a:cs typeface="Tahoma"/>
                  <a:sym typeface="Tahoma"/>
                </a:rPr>
                <a:t>      </a:t>
              </a:r>
              <a:endParaRPr b="1" sz="2600">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US" sz="2600">
                  <a:solidFill>
                    <a:schemeClr val="dk1"/>
                  </a:solidFill>
                  <a:latin typeface="Tahoma"/>
                  <a:ea typeface="Tahoma"/>
                  <a:cs typeface="Tahoma"/>
                  <a:sym typeface="Tahoma"/>
                </a:rPr>
                <a:t>The overall system goal is to design a complete and functional guitar and learning environment that will allow the user to enjoy the fulfillment that comes with not only playing an instrument but also learning one. In our guitar, we want the following components:</a:t>
              </a:r>
              <a:endParaRPr sz="2600">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sz="2600">
                <a:solidFill>
                  <a:schemeClr val="dk1"/>
                </a:solidFill>
                <a:latin typeface="Tahoma"/>
                <a:ea typeface="Tahoma"/>
                <a:cs typeface="Tahoma"/>
                <a:sym typeface="Tahoma"/>
              </a:endParaRPr>
            </a:p>
            <a:p>
              <a:pPr indent="-393700" lvl="0" marL="457200" rtl="0" algn="l">
                <a:spcBef>
                  <a:spcPts val="0"/>
                </a:spcBef>
                <a:spcAft>
                  <a:spcPts val="0"/>
                </a:spcAft>
                <a:buClr>
                  <a:schemeClr val="dk1"/>
                </a:buClr>
                <a:buSzPts val="2600"/>
                <a:buFont typeface="Tahoma"/>
                <a:buChar char="-"/>
              </a:pPr>
              <a:r>
                <a:rPr lang="en-US" sz="2600">
                  <a:solidFill>
                    <a:schemeClr val="dk1"/>
                  </a:solidFill>
                  <a:latin typeface="Tahoma"/>
                  <a:ea typeface="Tahoma"/>
                  <a:cs typeface="Tahoma"/>
                  <a:sym typeface="Tahoma"/>
                </a:rPr>
                <a:t>Audio Amplifier</a:t>
              </a:r>
              <a:endParaRPr sz="2600">
                <a:solidFill>
                  <a:schemeClr val="dk1"/>
                </a:solidFill>
                <a:latin typeface="Tahoma"/>
                <a:ea typeface="Tahoma"/>
                <a:cs typeface="Tahoma"/>
                <a:sym typeface="Tahoma"/>
              </a:endParaRPr>
            </a:p>
            <a:p>
              <a:pPr indent="-393700" lvl="0" marL="457200" rtl="0" algn="l">
                <a:spcBef>
                  <a:spcPts val="0"/>
                </a:spcBef>
                <a:spcAft>
                  <a:spcPts val="0"/>
                </a:spcAft>
                <a:buClr>
                  <a:schemeClr val="dk1"/>
                </a:buClr>
                <a:buSzPts val="2600"/>
                <a:buFont typeface="Tahoma"/>
                <a:buChar char="-"/>
              </a:pPr>
              <a:r>
                <a:rPr lang="en-US" sz="2600">
                  <a:solidFill>
                    <a:schemeClr val="dk1"/>
                  </a:solidFill>
                  <a:latin typeface="Tahoma"/>
                  <a:ea typeface="Tahoma"/>
                  <a:cs typeface="Tahoma"/>
                  <a:sym typeface="Tahoma"/>
                </a:rPr>
                <a:t>Tuner</a:t>
              </a:r>
              <a:endParaRPr sz="2600">
                <a:solidFill>
                  <a:schemeClr val="dk1"/>
                </a:solidFill>
                <a:latin typeface="Tahoma"/>
                <a:ea typeface="Tahoma"/>
                <a:cs typeface="Tahoma"/>
                <a:sym typeface="Tahoma"/>
              </a:endParaRPr>
            </a:p>
            <a:p>
              <a:pPr indent="-393700" lvl="0" marL="457200" rtl="0" algn="l">
                <a:spcBef>
                  <a:spcPts val="0"/>
                </a:spcBef>
                <a:spcAft>
                  <a:spcPts val="0"/>
                </a:spcAft>
                <a:buClr>
                  <a:schemeClr val="dk1"/>
                </a:buClr>
                <a:buSzPts val="2600"/>
                <a:buFont typeface="Tahoma"/>
                <a:buChar char="-"/>
              </a:pPr>
              <a:r>
                <a:rPr lang="en-US" sz="2600">
                  <a:solidFill>
                    <a:schemeClr val="dk1"/>
                  </a:solidFill>
                  <a:latin typeface="Tahoma"/>
                  <a:ea typeface="Tahoma"/>
                  <a:cs typeface="Tahoma"/>
                  <a:sym typeface="Tahoma"/>
                </a:rPr>
                <a:t>Digital Effect Pedal</a:t>
              </a:r>
              <a:endParaRPr sz="2600">
                <a:solidFill>
                  <a:schemeClr val="dk1"/>
                </a:solidFill>
                <a:latin typeface="Tahoma"/>
                <a:ea typeface="Tahoma"/>
                <a:cs typeface="Tahoma"/>
                <a:sym typeface="Tahoma"/>
              </a:endParaRPr>
            </a:p>
            <a:p>
              <a:pPr indent="-393700" lvl="0" marL="457200" rtl="0" algn="l">
                <a:spcBef>
                  <a:spcPts val="0"/>
                </a:spcBef>
                <a:spcAft>
                  <a:spcPts val="0"/>
                </a:spcAft>
                <a:buClr>
                  <a:schemeClr val="dk1"/>
                </a:buClr>
                <a:buSzPts val="2600"/>
                <a:buFont typeface="Tahoma"/>
                <a:buChar char="-"/>
              </a:pPr>
              <a:r>
                <a:rPr lang="en-US" sz="2600">
                  <a:solidFill>
                    <a:schemeClr val="dk1"/>
                  </a:solidFill>
                  <a:latin typeface="Tahoma"/>
                  <a:ea typeface="Tahoma"/>
                  <a:cs typeface="Tahoma"/>
                  <a:sym typeface="Tahoma"/>
                </a:rPr>
                <a:t>LED Fretboard Array</a:t>
              </a:r>
              <a:endParaRPr sz="2600">
                <a:solidFill>
                  <a:schemeClr val="dk1"/>
                </a:solidFill>
                <a:latin typeface="Tahoma"/>
                <a:ea typeface="Tahoma"/>
                <a:cs typeface="Tahoma"/>
                <a:sym typeface="Tahoma"/>
              </a:endParaRPr>
            </a:p>
            <a:p>
              <a:pPr indent="0" lvl="0" marL="457200" rtl="0" algn="l">
                <a:spcBef>
                  <a:spcPts val="0"/>
                </a:spcBef>
                <a:spcAft>
                  <a:spcPts val="0"/>
                </a:spcAft>
                <a:buNone/>
              </a:pPr>
              <a:r>
                <a:t/>
              </a:r>
              <a:endParaRPr sz="2600">
                <a:solidFill>
                  <a:schemeClr val="dk1"/>
                </a:solidFill>
                <a:latin typeface="Tahoma"/>
                <a:ea typeface="Tahoma"/>
                <a:cs typeface="Tahoma"/>
                <a:sym typeface="Tahoma"/>
              </a:endParaRPr>
            </a:p>
            <a:p>
              <a:pPr indent="0" lvl="0" marL="0" rtl="0" algn="l">
                <a:spcBef>
                  <a:spcPts val="0"/>
                </a:spcBef>
                <a:spcAft>
                  <a:spcPts val="0"/>
                </a:spcAft>
                <a:buNone/>
              </a:pPr>
              <a:r>
                <a:rPr lang="en-US" sz="2600">
                  <a:solidFill>
                    <a:schemeClr val="dk1"/>
                  </a:solidFill>
                  <a:latin typeface="Tahoma"/>
                  <a:ea typeface="Tahoma"/>
                  <a:cs typeface="Tahoma"/>
                  <a:sym typeface="Tahoma"/>
                </a:rPr>
                <a:t>All of these built-in components would limit the excess purchases of these items and the management of them for somebody with little experience. </a:t>
              </a:r>
              <a:endParaRPr sz="2600">
                <a:solidFill>
                  <a:schemeClr val="dk1"/>
                </a:solidFill>
                <a:latin typeface="Tahoma"/>
                <a:ea typeface="Tahoma"/>
                <a:cs typeface="Tahoma"/>
                <a:sym typeface="Tahoma"/>
              </a:endParaRPr>
            </a:p>
            <a:p>
              <a:pPr indent="0" lvl="0" marL="0" rtl="0" algn="l">
                <a:spcBef>
                  <a:spcPts val="0"/>
                </a:spcBef>
                <a:spcAft>
                  <a:spcPts val="0"/>
                </a:spcAft>
                <a:buNone/>
              </a:pPr>
              <a:r>
                <a:t/>
              </a:r>
              <a:endParaRPr sz="2600">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US" sz="2600">
                  <a:solidFill>
                    <a:schemeClr val="dk1"/>
                  </a:solidFill>
                  <a:latin typeface="Tahoma"/>
                  <a:ea typeface="Tahoma"/>
                  <a:cs typeface="Tahoma"/>
                  <a:sym typeface="Tahoma"/>
                </a:rPr>
                <a:t>In order to aid in the development of a new player's growth, we have provided visual aid to the user in the form of the LED Fretboard Array. These LEDs show the user where their fretting hand should place their fingers for the chords they intend to play. By utilizing a database of common and potential chords the user would like to play,</a:t>
              </a:r>
              <a:r>
                <a:rPr b="1" lang="en-US" sz="2600" u="sng">
                  <a:solidFill>
                    <a:schemeClr val="dk1"/>
                  </a:solidFill>
                  <a:latin typeface="Tahoma"/>
                  <a:ea typeface="Tahoma"/>
                  <a:cs typeface="Tahoma"/>
                  <a:sym typeface="Tahoma"/>
                </a:rPr>
                <a:t> </a:t>
              </a:r>
              <a:r>
                <a:rPr lang="en-US" sz="2600">
                  <a:solidFill>
                    <a:schemeClr val="dk1"/>
                  </a:solidFill>
                  <a:latin typeface="Tahoma"/>
                  <a:ea typeface="Tahoma"/>
                  <a:cs typeface="Tahoma"/>
                  <a:sym typeface="Tahoma"/>
                </a:rPr>
                <a:t>the user selects a chord and are shown exactly where their finger should be placed on the fretboard. This allows the user to become familiar with different chords and chord patterns without needing to fully understand the fretboard initially or needing to consult external sources, such as lesson books or the internet, which can take additional money and or time that can be spent simply playing and practicing.</a:t>
              </a:r>
              <a:endParaRPr sz="2600">
                <a:solidFill>
                  <a:schemeClr val="dk1"/>
                </a:solidFill>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Along with the LED Fretboard, the built in Tuner and Digital Effect Pedal will allow easy use by the user to effect the proper tone on their strings and to change the sound of their guitar. </a:t>
              </a:r>
              <a:endParaRPr sz="2600">
                <a:solidFill>
                  <a:schemeClr val="dk1"/>
                </a:solidFill>
                <a:latin typeface="Tahoma"/>
                <a:ea typeface="Tahoma"/>
                <a:cs typeface="Tahoma"/>
                <a:sym typeface="Tahoma"/>
              </a:endParaRPr>
            </a:p>
          </p:txBody>
        </p:sp>
        <p:sp>
          <p:nvSpPr>
            <p:cNvPr id="95" name="Google Shape;95;p1"/>
            <p:cNvSpPr txBox="1"/>
            <p:nvPr/>
          </p:nvSpPr>
          <p:spPr>
            <a:xfrm>
              <a:off x="791235" y="-382398"/>
              <a:ext cx="10999500" cy="688800"/>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65750" spcFirstLastPara="1" rIns="365750" wrap="square" tIns="0">
              <a:noAutofit/>
            </a:bodyPr>
            <a:lstStyle/>
            <a:p>
              <a:pPr indent="0" lvl="0" marL="0" marR="0" rtl="0" algn="l">
                <a:spcBef>
                  <a:spcPts val="0"/>
                </a:spcBef>
                <a:spcAft>
                  <a:spcPts val="0"/>
                </a:spcAft>
                <a:buNone/>
              </a:pPr>
              <a:r>
                <a:rPr b="1" lang="en-US" sz="4900">
                  <a:solidFill>
                    <a:schemeClr val="lt1"/>
                  </a:solidFill>
                  <a:latin typeface="Calibri"/>
                  <a:ea typeface="Calibri"/>
                  <a:cs typeface="Calibri"/>
                  <a:sym typeface="Calibri"/>
                </a:rPr>
                <a:t>GOALS and REQUIREMENTS</a:t>
              </a:r>
              <a:endParaRPr b="1" sz="3600">
                <a:solidFill>
                  <a:schemeClr val="lt1"/>
                </a:solidFill>
                <a:latin typeface="Calibri"/>
                <a:ea typeface="Calibri"/>
                <a:cs typeface="Calibri"/>
                <a:sym typeface="Calibri"/>
              </a:endParaRPr>
            </a:p>
          </p:txBody>
        </p:sp>
      </p:grpSp>
      <p:sp>
        <p:nvSpPr>
          <p:cNvPr id="96" name="Google Shape;96;p1"/>
          <p:cNvSpPr/>
          <p:nvPr/>
        </p:nvSpPr>
        <p:spPr>
          <a:xfrm>
            <a:off x="730275" y="6194625"/>
            <a:ext cx="12309900" cy="10146000"/>
          </a:xfrm>
          <a:prstGeom prst="roundRect">
            <a:avLst>
              <a:gd fmla="val 5425"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5600" lIns="240000" spcFirstLastPara="1" rIns="240000" wrap="square" tIns="105600">
            <a:noAutofit/>
          </a:bodyPr>
          <a:lstStyle/>
          <a:p>
            <a:pPr indent="0" lvl="0" marL="0" marR="0" rtl="0" algn="l">
              <a:spcBef>
                <a:spcPts val="0"/>
              </a:spcBef>
              <a:spcAft>
                <a:spcPts val="0"/>
              </a:spcAft>
              <a:buNone/>
            </a:pPr>
            <a:r>
              <a:t/>
            </a:r>
            <a:endParaRPr sz="2600">
              <a:solidFill>
                <a:srgbClr val="FF0000"/>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When a person decides to learn how to play the electric guitar, acquiring all of the equipment necessary to play poses a large barrier of entry to the instrument. Along with the actual guitar, players need to purchase an amp and cables. Then they will need a tuner, in order to make sure that their strings are the right tones. Finally, if they want to use different effects to emulate their favorite guitarists, purchasing multiple guitar pedals, or a digital guitar pedal, requires more cables to the correct arranging of these pedals to create the proper sound.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rPr lang="en-US" sz="2600">
                <a:solidFill>
                  <a:schemeClr val="dk1"/>
                </a:solidFill>
                <a:latin typeface="Tahoma"/>
                <a:ea typeface="Tahoma"/>
                <a:cs typeface="Tahoma"/>
                <a:sym typeface="Tahoma"/>
              </a:rPr>
              <a:t>j</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13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rPr lang="en-US" sz="2600">
                <a:solidFill>
                  <a:schemeClr val="dk1"/>
                </a:solidFill>
                <a:latin typeface="Tahoma"/>
                <a:ea typeface="Tahoma"/>
                <a:cs typeface="Tahoma"/>
                <a:sym typeface="Tahoma"/>
              </a:rPr>
              <a:t>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a:p>
            <a:pPr indent="0" lvl="0" marL="0" marR="0" rtl="0" algn="l">
              <a:spcBef>
                <a:spcPts val="630"/>
              </a:spcBef>
              <a:spcAft>
                <a:spcPts val="0"/>
              </a:spcAft>
              <a:buNone/>
            </a:pPr>
            <a:r>
              <a:t/>
            </a:r>
            <a:endParaRPr sz="2600">
              <a:solidFill>
                <a:schemeClr val="dk1"/>
              </a:solidFill>
              <a:latin typeface="Tahoma"/>
              <a:ea typeface="Tahoma"/>
              <a:cs typeface="Tahoma"/>
              <a:sym typeface="Tahoma"/>
            </a:endParaRPr>
          </a:p>
        </p:txBody>
      </p:sp>
      <p:sp>
        <p:nvSpPr>
          <p:cNvPr id="97" name="Google Shape;97;p1"/>
          <p:cNvSpPr/>
          <p:nvPr/>
        </p:nvSpPr>
        <p:spPr>
          <a:xfrm>
            <a:off x="13755764" y="12746097"/>
            <a:ext cx="16490700" cy="19600800"/>
          </a:xfrm>
          <a:prstGeom prst="roundRect">
            <a:avLst>
              <a:gd fmla="val 4340"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5600" lIns="240000" spcFirstLastPara="1" rIns="240000" wrap="square" tIns="105600">
            <a:noAutofit/>
          </a:bodyPr>
          <a:lstStyle/>
          <a:p>
            <a:pPr indent="0" lvl="0" marL="0" marR="0" rtl="0" algn="l">
              <a:spcBef>
                <a:spcPts val="0"/>
              </a:spcBef>
              <a:spcAft>
                <a:spcPts val="0"/>
              </a:spcAft>
              <a:buNone/>
            </a:pPr>
            <a:r>
              <a:t/>
            </a:r>
            <a:endParaRPr sz="24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There are three modes in our design. First, the Learn Mode allows for interfacing with the LED fretboard by selection of a chord. Second, the Digital Effect Mode allows the user to pick an effect, which is subsequently heard when the user plays the guitar. Finally, there is the Tuner Mode, which allows the user to see the current note that is being played, allowing for the adjustment of the string to the right tone. This mode also creates a direct feedback loop with the user.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Below we have the schematic of the audio amplifier circuit we used for this project. We also connected the circuitry of the guitar to the audio jack, to allow for sound to be heard from either the on-guitar audio amplifier to an external amplifier, which provides better sound quality.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a:p>
        </p:txBody>
      </p:sp>
      <p:grpSp>
        <p:nvGrpSpPr>
          <p:cNvPr id="98" name="Google Shape;98;p1"/>
          <p:cNvGrpSpPr/>
          <p:nvPr/>
        </p:nvGrpSpPr>
        <p:grpSpPr>
          <a:xfrm>
            <a:off x="30612528" y="22200776"/>
            <a:ext cx="12563062" cy="10146054"/>
            <a:chOff x="834851" y="7832458"/>
            <a:chExt cx="11509555" cy="5194778"/>
          </a:xfrm>
        </p:grpSpPr>
        <p:sp>
          <p:nvSpPr>
            <p:cNvPr id="99" name="Google Shape;99;p1"/>
            <p:cNvSpPr/>
            <p:nvPr/>
          </p:nvSpPr>
          <p:spPr>
            <a:xfrm>
              <a:off x="1066806" y="8126736"/>
              <a:ext cx="11277600" cy="4900500"/>
            </a:xfrm>
            <a:prstGeom prst="roundRect">
              <a:avLst>
                <a:gd fmla="val 5425"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0575" lIns="228600" spcFirstLastPara="1" rIns="228600" wrap="square" tIns="100575">
              <a:noAutofit/>
            </a:bodyPr>
            <a:lstStyle/>
            <a:p>
              <a:pPr indent="0" lvl="0" marL="0" marR="0" rtl="0" algn="l">
                <a:spcBef>
                  <a:spcPts val="0"/>
                </a:spcBef>
                <a:spcAft>
                  <a:spcPts val="0"/>
                </a:spcAft>
                <a:buNone/>
              </a:pPr>
              <a:r>
                <a:t/>
              </a:r>
              <a:endParaRPr sz="2000">
                <a:solidFill>
                  <a:schemeClr val="dk1"/>
                </a:solidFill>
                <a:latin typeface="Tahoma"/>
                <a:ea typeface="Tahoma"/>
                <a:cs typeface="Tahoma"/>
                <a:sym typeface="Tahoma"/>
              </a:endParaRPr>
            </a:p>
            <a:p>
              <a:pPr indent="0" lvl="0" marL="0" marR="0" rtl="0" algn="l">
                <a:spcBef>
                  <a:spcPts val="0"/>
                </a:spcBef>
                <a:spcAft>
                  <a:spcPts val="0"/>
                </a:spcAft>
                <a:buNone/>
              </a:pPr>
              <a:r>
                <a:t/>
              </a:r>
              <a:endParaRPr sz="14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Our base project goals were completed. The guitar has functionality with the speaker, tuner, digital effects, and LED fretboard. We had secondary goals of creating lessons and songs on the app, however time did not permit their implementation. Further iterations of the project would include this functionality.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sz="2600">
                <a:solidFill>
                  <a:schemeClr val="dk1"/>
                </a:solidFill>
                <a:latin typeface="Tahoma"/>
                <a:ea typeface="Tahoma"/>
                <a:cs typeface="Tahoma"/>
                <a:sym typeface="Tahoma"/>
              </a:endParaRPr>
            </a:p>
            <a:p>
              <a:pPr indent="0" lvl="0" marL="0" marR="0" rtl="0" algn="l">
                <a:spcBef>
                  <a:spcPts val="0"/>
                </a:spcBef>
                <a:spcAft>
                  <a:spcPts val="0"/>
                </a:spcAft>
                <a:buNone/>
              </a:pPr>
              <a:r>
                <a:t/>
              </a:r>
              <a:endParaRPr/>
            </a:p>
          </p:txBody>
        </p:sp>
        <p:sp>
          <p:nvSpPr>
            <p:cNvPr id="100" name="Google Shape;100;p1"/>
            <p:cNvSpPr txBox="1"/>
            <p:nvPr/>
          </p:nvSpPr>
          <p:spPr>
            <a:xfrm>
              <a:off x="834851" y="7832458"/>
              <a:ext cx="11160000" cy="359400"/>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65750" spcFirstLastPara="1" rIns="365750" wrap="square" tIns="0">
              <a:noAutofit/>
            </a:bodyPr>
            <a:lstStyle/>
            <a:p>
              <a:pPr indent="0" lvl="0" marL="0" marR="0" rtl="0" algn="l">
                <a:spcBef>
                  <a:spcPts val="0"/>
                </a:spcBef>
                <a:spcAft>
                  <a:spcPts val="0"/>
                </a:spcAft>
                <a:buNone/>
              </a:pPr>
              <a:r>
                <a:rPr b="1" lang="en-US" sz="4900">
                  <a:solidFill>
                    <a:schemeClr val="lt1"/>
                  </a:solidFill>
                  <a:latin typeface="Calibri"/>
                  <a:ea typeface="Calibri"/>
                  <a:cs typeface="Calibri"/>
                  <a:sym typeface="Calibri"/>
                </a:rPr>
                <a:t>PROJECT STATUS</a:t>
              </a:r>
              <a:endParaRPr b="1" sz="3600">
                <a:solidFill>
                  <a:schemeClr val="lt1"/>
                </a:solidFill>
                <a:latin typeface="Calibri"/>
                <a:ea typeface="Calibri"/>
                <a:cs typeface="Calibri"/>
                <a:sym typeface="Calibri"/>
              </a:endParaRPr>
            </a:p>
          </p:txBody>
        </p:sp>
      </p:grpSp>
      <p:sp>
        <p:nvSpPr>
          <p:cNvPr id="101" name="Google Shape;101;p1"/>
          <p:cNvSpPr/>
          <p:nvPr/>
        </p:nvSpPr>
        <p:spPr>
          <a:xfrm>
            <a:off x="13724375" y="6144599"/>
            <a:ext cx="16490700" cy="5258400"/>
          </a:xfrm>
          <a:prstGeom prst="roundRect">
            <a:avLst>
              <a:gd fmla="val 11804" name="adj"/>
            </a:avLst>
          </a:prstGeom>
          <a:solidFill>
            <a:schemeClr val="lt1"/>
          </a:solidFill>
          <a:ln cap="flat" cmpd="thinThick" w="19050">
            <a:solidFill>
              <a:schemeClr val="dk1"/>
            </a:solidFill>
            <a:prstDash val="solid"/>
            <a:miter lim="800000"/>
            <a:headEnd len="sm" w="sm" type="none"/>
            <a:tailEnd len="sm" w="sm" type="none"/>
          </a:ln>
        </p:spPr>
        <p:txBody>
          <a:bodyPr anchorCtr="0" anchor="t" bIns="105600" lIns="240000" spcFirstLastPara="1" rIns="240000" wrap="square" tIns="105600">
            <a:noAutofit/>
          </a:bodyPr>
          <a:lstStyle/>
          <a:p>
            <a:pPr indent="0" lvl="0" marL="0" marR="0" rtl="0" algn="l">
              <a:spcBef>
                <a:spcPts val="0"/>
              </a:spcBef>
              <a:spcAft>
                <a:spcPts val="0"/>
              </a:spcAft>
              <a:buNone/>
            </a:pPr>
            <a:r>
              <a:t/>
            </a:r>
            <a:endParaRPr sz="800">
              <a:solidFill>
                <a:schemeClr val="dk1"/>
              </a:solidFill>
              <a:latin typeface="Tahoma"/>
              <a:ea typeface="Tahoma"/>
              <a:cs typeface="Tahoma"/>
              <a:sym typeface="Tahoma"/>
            </a:endParaRPr>
          </a:p>
          <a:p>
            <a:pPr indent="0" lvl="0" marL="0" marR="0" rtl="0" algn="l">
              <a:spcBef>
                <a:spcPts val="0"/>
              </a:spcBef>
              <a:spcAft>
                <a:spcPts val="0"/>
              </a:spcAft>
              <a:buNone/>
            </a:pPr>
            <a:r>
              <a:t/>
            </a:r>
            <a:endParaRPr sz="3400">
              <a:solidFill>
                <a:schemeClr val="dk1"/>
              </a:solidFill>
              <a:latin typeface="Tahoma"/>
              <a:ea typeface="Tahoma"/>
              <a:cs typeface="Tahoma"/>
              <a:sym typeface="Tahoma"/>
            </a:endParaRPr>
          </a:p>
          <a:p>
            <a:pPr indent="0" lvl="0" marL="0" marR="0" rtl="0" algn="l">
              <a:spcBef>
                <a:spcPts val="0"/>
              </a:spcBef>
              <a:spcAft>
                <a:spcPts val="0"/>
              </a:spcAft>
              <a:buNone/>
            </a:pPr>
            <a:r>
              <a:rPr lang="en-US" sz="2600">
                <a:solidFill>
                  <a:schemeClr val="dk1"/>
                </a:solidFill>
                <a:latin typeface="Tahoma"/>
                <a:ea typeface="Tahoma"/>
                <a:cs typeface="Tahoma"/>
                <a:sym typeface="Tahoma"/>
              </a:rPr>
              <a:t>Our approach to this project was to complete the hardware and software </a:t>
            </a:r>
            <a:r>
              <a:rPr lang="en-US" sz="2600">
                <a:solidFill>
                  <a:schemeClr val="dk1"/>
                </a:solidFill>
                <a:latin typeface="Tahoma"/>
                <a:ea typeface="Tahoma"/>
                <a:cs typeface="Tahoma"/>
                <a:sym typeface="Tahoma"/>
              </a:rPr>
              <a:t>incrementally</a:t>
            </a:r>
            <a:r>
              <a:rPr lang="en-US" sz="2600">
                <a:solidFill>
                  <a:schemeClr val="dk1"/>
                </a:solidFill>
                <a:latin typeface="Tahoma"/>
                <a:ea typeface="Tahoma"/>
                <a:cs typeface="Tahoma"/>
                <a:sym typeface="Tahoma"/>
              </a:rPr>
              <a:t>, then designing the compartment in the guitar to store the circuitry. First, we worked on most of the </a:t>
            </a:r>
            <a:r>
              <a:rPr lang="en-US" sz="2600">
                <a:solidFill>
                  <a:schemeClr val="dk1"/>
                </a:solidFill>
                <a:latin typeface="Tahoma"/>
                <a:ea typeface="Tahoma"/>
                <a:cs typeface="Tahoma"/>
                <a:sym typeface="Tahoma"/>
              </a:rPr>
              <a:t>hardware to provide a basis for our software. We completed the circuits for the tuner, amplifier and LEDs to allow for the writing of software for these components. After writing this software, we designed the circuit for the digital effect pedal and wrote the software for this. Once the software and hardware was complete, we worked to design the actual guitar. We purchased a guitar kit, as it provided all of the base components; the neck, body, circuitry, etc. Looking at our guitar kit, we knew we would need space within the body of the guitar to store all of the hardware. Therefore, we decided that we would have to cut part of the guitar off and replace it with a 3D printed shell to store our components. Finally, we needed to install the LEDs into the fretboard and implement all of the hardware into our guitar body shell.</a:t>
            </a:r>
            <a:endParaRPr sz="2600">
              <a:solidFill>
                <a:schemeClr val="dk1"/>
              </a:solidFill>
              <a:latin typeface="Tahoma"/>
              <a:ea typeface="Tahoma"/>
              <a:cs typeface="Tahoma"/>
              <a:sym typeface="Tahoma"/>
            </a:endParaRPr>
          </a:p>
          <a:p>
            <a:pPr indent="0" lvl="0" marL="0" marR="0" rtl="0" algn="ctr">
              <a:spcBef>
                <a:spcPts val="0"/>
              </a:spcBef>
              <a:spcAft>
                <a:spcPts val="0"/>
              </a:spcAft>
              <a:buNone/>
            </a:pPr>
            <a:r>
              <a:t/>
            </a:r>
            <a:endParaRPr sz="2600">
              <a:solidFill>
                <a:schemeClr val="dk1"/>
              </a:solidFill>
              <a:latin typeface="Tahoma"/>
              <a:ea typeface="Tahoma"/>
              <a:cs typeface="Tahoma"/>
              <a:sym typeface="Tahoma"/>
            </a:endParaRPr>
          </a:p>
        </p:txBody>
      </p:sp>
      <p:sp>
        <p:nvSpPr>
          <p:cNvPr id="102" name="Google Shape;102;p1"/>
          <p:cNvSpPr txBox="1"/>
          <p:nvPr/>
        </p:nvSpPr>
        <p:spPr>
          <a:xfrm>
            <a:off x="13278680" y="5809130"/>
            <a:ext cx="16379687" cy="806824"/>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84025" spcFirstLastPara="1" rIns="384025" wrap="square" tIns="0">
            <a:noAutofit/>
          </a:bodyPr>
          <a:lstStyle/>
          <a:p>
            <a:pPr indent="0" lvl="0" marL="0" marR="0" rtl="0" algn="l">
              <a:spcBef>
                <a:spcPts val="0"/>
              </a:spcBef>
              <a:spcAft>
                <a:spcPts val="0"/>
              </a:spcAft>
              <a:buNone/>
            </a:pPr>
            <a:r>
              <a:rPr b="1" lang="en-US" sz="4900">
                <a:solidFill>
                  <a:schemeClr val="lt1"/>
                </a:solidFill>
                <a:latin typeface="Calibri"/>
                <a:ea typeface="Calibri"/>
                <a:cs typeface="Calibri"/>
                <a:sym typeface="Calibri"/>
              </a:rPr>
              <a:t>APPROACH</a:t>
            </a:r>
            <a:endParaRPr b="1" sz="3600">
              <a:solidFill>
                <a:schemeClr val="lt1"/>
              </a:solidFill>
              <a:latin typeface="Calibri"/>
              <a:ea typeface="Calibri"/>
              <a:cs typeface="Calibri"/>
              <a:sym typeface="Calibri"/>
            </a:endParaRPr>
          </a:p>
        </p:txBody>
      </p:sp>
      <p:sp>
        <p:nvSpPr>
          <p:cNvPr id="103" name="Google Shape;103;p1"/>
          <p:cNvSpPr txBox="1"/>
          <p:nvPr/>
        </p:nvSpPr>
        <p:spPr>
          <a:xfrm>
            <a:off x="397566" y="5809130"/>
            <a:ext cx="12165496" cy="806824"/>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84025" spcFirstLastPara="1" rIns="384025" wrap="square" tIns="0">
            <a:noAutofit/>
          </a:bodyPr>
          <a:lstStyle/>
          <a:p>
            <a:pPr indent="0" lvl="0" marL="0" marR="0" rtl="0" algn="l">
              <a:spcBef>
                <a:spcPts val="0"/>
              </a:spcBef>
              <a:spcAft>
                <a:spcPts val="0"/>
              </a:spcAft>
              <a:buNone/>
            </a:pPr>
            <a:r>
              <a:rPr b="1" lang="en-US" sz="4900">
                <a:solidFill>
                  <a:schemeClr val="lt1"/>
                </a:solidFill>
                <a:latin typeface="Calibri"/>
                <a:ea typeface="Calibri"/>
                <a:cs typeface="Calibri"/>
                <a:sym typeface="Calibri"/>
              </a:rPr>
              <a:t>PROBLEM STATEMENT</a:t>
            </a:r>
            <a:endParaRPr b="1" sz="3600">
              <a:solidFill>
                <a:schemeClr val="lt1"/>
              </a:solidFill>
              <a:latin typeface="Calibri"/>
              <a:ea typeface="Calibri"/>
              <a:cs typeface="Calibri"/>
              <a:sym typeface="Calibri"/>
            </a:endParaRPr>
          </a:p>
        </p:txBody>
      </p:sp>
      <p:pic>
        <p:nvPicPr>
          <p:cNvPr id="104" name="Google Shape;104;p1"/>
          <p:cNvPicPr preferRelativeResize="0"/>
          <p:nvPr/>
        </p:nvPicPr>
        <p:blipFill rotWithShape="1">
          <a:blip r:embed="rId3">
            <a:alphaModFix/>
          </a:blip>
          <a:srcRect b="0" l="0" r="0" t="0"/>
          <a:stretch/>
        </p:blipFill>
        <p:spPr>
          <a:xfrm>
            <a:off x="1669774" y="1452283"/>
            <a:ext cx="7584900" cy="3146611"/>
          </a:xfrm>
          <a:prstGeom prst="rect">
            <a:avLst/>
          </a:prstGeom>
          <a:noFill/>
          <a:ln>
            <a:noFill/>
          </a:ln>
        </p:spPr>
      </p:pic>
      <p:sp>
        <p:nvSpPr>
          <p:cNvPr id="105" name="Google Shape;105;p1"/>
          <p:cNvSpPr txBox="1"/>
          <p:nvPr/>
        </p:nvSpPr>
        <p:spPr>
          <a:xfrm>
            <a:off x="3004662" y="15271375"/>
            <a:ext cx="69513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1: </a:t>
            </a:r>
            <a:r>
              <a:rPr lang="en-US" sz="2600">
                <a:solidFill>
                  <a:srgbClr val="16165C"/>
                </a:solidFill>
                <a:latin typeface="Tahoma"/>
                <a:ea typeface="Tahoma"/>
                <a:cs typeface="Tahoma"/>
                <a:sym typeface="Tahoma"/>
              </a:rPr>
              <a:t>Example of a Guitar Setup</a:t>
            </a:r>
            <a:endParaRPr sz="2600">
              <a:solidFill>
                <a:srgbClr val="16165C"/>
              </a:solidFill>
              <a:latin typeface="Tahoma"/>
              <a:ea typeface="Tahoma"/>
              <a:cs typeface="Tahoma"/>
              <a:sym typeface="Tahoma"/>
            </a:endParaRPr>
          </a:p>
        </p:txBody>
      </p:sp>
      <p:sp>
        <p:nvSpPr>
          <p:cNvPr id="106" name="Google Shape;106;p1"/>
          <p:cNvSpPr txBox="1"/>
          <p:nvPr/>
        </p:nvSpPr>
        <p:spPr>
          <a:xfrm>
            <a:off x="37440763" y="11403000"/>
            <a:ext cx="48375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4: </a:t>
            </a:r>
            <a:r>
              <a:rPr lang="en-US" sz="2600">
                <a:solidFill>
                  <a:srgbClr val="16165C"/>
                </a:solidFill>
                <a:latin typeface="Tahoma"/>
                <a:ea typeface="Tahoma"/>
                <a:cs typeface="Tahoma"/>
                <a:sym typeface="Tahoma"/>
              </a:rPr>
              <a:t>3D Printed Guitar Compartment</a:t>
            </a:r>
            <a:endParaRPr/>
          </a:p>
        </p:txBody>
      </p:sp>
      <p:sp>
        <p:nvSpPr>
          <p:cNvPr id="107" name="Google Shape;107;p1"/>
          <p:cNvSpPr txBox="1"/>
          <p:nvPr/>
        </p:nvSpPr>
        <p:spPr>
          <a:xfrm>
            <a:off x="15401573" y="23754705"/>
            <a:ext cx="13199100" cy="5649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2: </a:t>
            </a:r>
            <a:r>
              <a:rPr lang="en-US" sz="2600">
                <a:solidFill>
                  <a:srgbClr val="16165C"/>
                </a:solidFill>
                <a:latin typeface="Tahoma"/>
                <a:ea typeface="Tahoma"/>
                <a:cs typeface="Tahoma"/>
                <a:sym typeface="Tahoma"/>
              </a:rPr>
              <a:t>Block Diagram of the System</a:t>
            </a:r>
            <a:endParaRPr/>
          </a:p>
        </p:txBody>
      </p:sp>
      <p:sp>
        <p:nvSpPr>
          <p:cNvPr id="108" name="Google Shape;108;p1"/>
          <p:cNvSpPr txBox="1"/>
          <p:nvPr/>
        </p:nvSpPr>
        <p:spPr>
          <a:xfrm>
            <a:off x="13358200" y="12209700"/>
            <a:ext cx="16379700" cy="894000"/>
          </a:xfrm>
          <a:prstGeom prst="rect">
            <a:avLst/>
          </a:prstGeom>
          <a:gradFill>
            <a:gsLst>
              <a:gs pos="0">
                <a:srgbClr val="84FFE0"/>
              </a:gs>
              <a:gs pos="100000">
                <a:srgbClr val="0087E6"/>
              </a:gs>
            </a:gsLst>
            <a:lin ang="16200000" scaled="0"/>
          </a:gradFill>
          <a:ln cap="flat" cmpd="sng" w="9525">
            <a:solidFill>
              <a:schemeClr val="accent2"/>
            </a:solidFill>
            <a:prstDash val="solid"/>
            <a:miter lim="800000"/>
            <a:headEnd len="sm" w="sm" type="none"/>
            <a:tailEnd len="sm" w="sm" type="none"/>
          </a:ln>
          <a:effectLst>
            <a:outerShdw blurRad="190500" rotWithShape="0" algn="tr" dir="8100000" dist="317500">
              <a:srgbClr val="21218A">
                <a:alpha val="61960"/>
              </a:srgbClr>
            </a:outerShdw>
          </a:effectLst>
        </p:spPr>
        <p:txBody>
          <a:bodyPr anchorCtr="0" anchor="t" bIns="0" lIns="384025" spcFirstLastPara="1" rIns="384025" wrap="square" tIns="0">
            <a:noAutofit/>
          </a:bodyPr>
          <a:lstStyle/>
          <a:p>
            <a:pPr indent="0" lvl="0" marL="0" marR="0" rtl="0" algn="l">
              <a:spcBef>
                <a:spcPts val="0"/>
              </a:spcBef>
              <a:spcAft>
                <a:spcPts val="0"/>
              </a:spcAft>
              <a:buNone/>
            </a:pPr>
            <a:r>
              <a:rPr b="1" lang="en-US" sz="4900">
                <a:solidFill>
                  <a:schemeClr val="lt1"/>
                </a:solidFill>
                <a:latin typeface="Calibri"/>
                <a:ea typeface="Calibri"/>
                <a:cs typeface="Calibri"/>
                <a:sym typeface="Calibri"/>
              </a:rPr>
              <a:t>DESIGN</a:t>
            </a:r>
            <a:endParaRPr b="1" sz="3600">
              <a:solidFill>
                <a:schemeClr val="lt1"/>
              </a:solidFill>
              <a:latin typeface="Calibri"/>
              <a:ea typeface="Calibri"/>
              <a:cs typeface="Calibri"/>
              <a:sym typeface="Calibri"/>
            </a:endParaRPr>
          </a:p>
        </p:txBody>
      </p:sp>
      <p:sp>
        <p:nvSpPr>
          <p:cNvPr descr="Displaying 125thLogo_Yellow.jpeg" id="109" name="Google Shape;109;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110" name="Google Shape;110;p1"/>
          <p:cNvPicPr preferRelativeResize="0"/>
          <p:nvPr/>
        </p:nvPicPr>
        <p:blipFill>
          <a:blip r:embed="rId4">
            <a:alphaModFix/>
          </a:blip>
          <a:stretch>
            <a:fillRect/>
          </a:stretch>
        </p:blipFill>
        <p:spPr>
          <a:xfrm>
            <a:off x="2862802" y="10187024"/>
            <a:ext cx="8044825" cy="5084344"/>
          </a:xfrm>
          <a:prstGeom prst="rect">
            <a:avLst/>
          </a:prstGeom>
          <a:noFill/>
          <a:ln>
            <a:noFill/>
          </a:ln>
        </p:spPr>
      </p:pic>
      <p:pic>
        <p:nvPicPr>
          <p:cNvPr id="111" name="Google Shape;111;p1"/>
          <p:cNvPicPr preferRelativeResize="0"/>
          <p:nvPr/>
        </p:nvPicPr>
        <p:blipFill rotWithShape="1">
          <a:blip r:embed="rId5">
            <a:alphaModFix/>
          </a:blip>
          <a:srcRect b="0" l="0" r="1176" t="0"/>
          <a:stretch/>
        </p:blipFill>
        <p:spPr>
          <a:xfrm>
            <a:off x="16900200" y="15653938"/>
            <a:ext cx="10201827" cy="8113224"/>
          </a:xfrm>
          <a:prstGeom prst="rect">
            <a:avLst/>
          </a:prstGeom>
          <a:noFill/>
          <a:ln>
            <a:noFill/>
          </a:ln>
        </p:spPr>
      </p:pic>
      <p:pic>
        <p:nvPicPr>
          <p:cNvPr id="112" name="Google Shape;112;p1"/>
          <p:cNvPicPr preferRelativeResize="0"/>
          <p:nvPr/>
        </p:nvPicPr>
        <p:blipFill>
          <a:blip r:embed="rId6">
            <a:alphaModFix/>
          </a:blip>
          <a:stretch>
            <a:fillRect/>
          </a:stretch>
        </p:blipFill>
        <p:spPr>
          <a:xfrm rot="5400000">
            <a:off x="37763287" y="7122011"/>
            <a:ext cx="4192450" cy="4369526"/>
          </a:xfrm>
          <a:prstGeom prst="rect">
            <a:avLst/>
          </a:prstGeom>
          <a:solidFill>
            <a:schemeClr val="lt1"/>
          </a:solidFill>
          <a:ln cap="flat" cmpd="thinThick" w="19050">
            <a:solidFill>
              <a:schemeClr val="dk1"/>
            </a:solidFill>
            <a:prstDash val="solid"/>
            <a:miter lim="8000"/>
            <a:headEnd len="sm" w="sm" type="none"/>
            <a:tailEnd len="sm" w="sm" type="none"/>
          </a:ln>
        </p:spPr>
      </p:pic>
      <p:sp>
        <p:nvSpPr>
          <p:cNvPr id="113" name="Google Shape;113;p1"/>
          <p:cNvSpPr txBox="1"/>
          <p:nvPr/>
        </p:nvSpPr>
        <p:spPr>
          <a:xfrm>
            <a:off x="17662525" y="31539800"/>
            <a:ext cx="86772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3: </a:t>
            </a:r>
            <a:r>
              <a:rPr lang="en-US" sz="2600">
                <a:solidFill>
                  <a:srgbClr val="16165C"/>
                </a:solidFill>
                <a:latin typeface="Tahoma"/>
                <a:ea typeface="Tahoma"/>
                <a:cs typeface="Tahoma"/>
                <a:sym typeface="Tahoma"/>
              </a:rPr>
              <a:t>Audio Amplifier Circuit Schematic Drawing</a:t>
            </a:r>
            <a:endParaRPr/>
          </a:p>
        </p:txBody>
      </p:sp>
      <p:pic>
        <p:nvPicPr>
          <p:cNvPr id="114" name="Google Shape;114;p1"/>
          <p:cNvPicPr preferRelativeResize="0"/>
          <p:nvPr/>
        </p:nvPicPr>
        <p:blipFill>
          <a:blip r:embed="rId7">
            <a:alphaModFix/>
          </a:blip>
          <a:stretch>
            <a:fillRect/>
          </a:stretch>
        </p:blipFill>
        <p:spPr>
          <a:xfrm>
            <a:off x="18208675" y="25977550"/>
            <a:ext cx="7584900" cy="5562257"/>
          </a:xfrm>
          <a:prstGeom prst="rect">
            <a:avLst/>
          </a:prstGeom>
          <a:noFill/>
          <a:ln>
            <a:noFill/>
          </a:ln>
        </p:spPr>
      </p:pic>
      <p:sp>
        <p:nvSpPr>
          <p:cNvPr id="115" name="Google Shape;115;p1"/>
          <p:cNvSpPr txBox="1"/>
          <p:nvPr/>
        </p:nvSpPr>
        <p:spPr>
          <a:xfrm>
            <a:off x="32838825" y="31539800"/>
            <a:ext cx="86772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7: </a:t>
            </a:r>
            <a:r>
              <a:rPr lang="en-US" sz="2600">
                <a:solidFill>
                  <a:srgbClr val="16165C"/>
                </a:solidFill>
                <a:latin typeface="Tahoma"/>
                <a:ea typeface="Tahoma"/>
                <a:cs typeface="Tahoma"/>
                <a:sym typeface="Tahoma"/>
              </a:rPr>
              <a:t>Beginner Guitar</a:t>
            </a:r>
            <a:endParaRPr/>
          </a:p>
        </p:txBody>
      </p:sp>
      <p:sp>
        <p:nvSpPr>
          <p:cNvPr id="116" name="Google Shape;116;p1"/>
          <p:cNvSpPr txBox="1"/>
          <p:nvPr/>
        </p:nvSpPr>
        <p:spPr>
          <a:xfrm>
            <a:off x="37865275" y="17957338"/>
            <a:ext cx="48375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5: </a:t>
            </a:r>
            <a:r>
              <a:rPr lang="en-US" sz="2600">
                <a:solidFill>
                  <a:srgbClr val="16165C"/>
                </a:solidFill>
                <a:latin typeface="Tahoma"/>
                <a:ea typeface="Tahoma"/>
                <a:cs typeface="Tahoma"/>
                <a:sym typeface="Tahoma"/>
              </a:rPr>
              <a:t>Tuner and LED Fretboard Displays on App</a:t>
            </a:r>
            <a:endParaRPr/>
          </a:p>
        </p:txBody>
      </p:sp>
      <p:pic>
        <p:nvPicPr>
          <p:cNvPr id="117" name="Google Shape;117;p1"/>
          <p:cNvPicPr preferRelativeResize="0"/>
          <p:nvPr/>
        </p:nvPicPr>
        <p:blipFill>
          <a:blip r:embed="rId8">
            <a:alphaModFix/>
          </a:blip>
          <a:stretch>
            <a:fillRect/>
          </a:stretch>
        </p:blipFill>
        <p:spPr>
          <a:xfrm>
            <a:off x="38814690" y="888635"/>
            <a:ext cx="4068150" cy="4090140"/>
          </a:xfrm>
          <a:prstGeom prst="rect">
            <a:avLst/>
          </a:prstGeom>
          <a:noFill/>
          <a:ln>
            <a:noFill/>
          </a:ln>
        </p:spPr>
      </p:pic>
      <p:pic>
        <p:nvPicPr>
          <p:cNvPr id="118" name="Google Shape;118;p1"/>
          <p:cNvPicPr preferRelativeResize="0"/>
          <p:nvPr/>
        </p:nvPicPr>
        <p:blipFill rotWithShape="1">
          <a:blip r:embed="rId9">
            <a:alphaModFix/>
          </a:blip>
          <a:srcRect b="8583" l="22110" r="30603" t="0"/>
          <a:stretch/>
        </p:blipFill>
        <p:spPr>
          <a:xfrm rot="-5400000">
            <a:off x="34715050" y="23142274"/>
            <a:ext cx="4357576" cy="11232799"/>
          </a:xfrm>
          <a:prstGeom prst="rect">
            <a:avLst/>
          </a:prstGeom>
          <a:noFill/>
          <a:ln>
            <a:noFill/>
          </a:ln>
        </p:spPr>
      </p:pic>
      <p:pic>
        <p:nvPicPr>
          <p:cNvPr id="119" name="Google Shape;119;p1"/>
          <p:cNvPicPr preferRelativeResize="0"/>
          <p:nvPr/>
        </p:nvPicPr>
        <p:blipFill rotWithShape="1">
          <a:blip r:embed="rId10">
            <a:alphaModFix/>
          </a:blip>
          <a:srcRect b="0" l="24655" r="28055" t="0"/>
          <a:stretch/>
        </p:blipFill>
        <p:spPr>
          <a:xfrm rot="5400000">
            <a:off x="33733248" y="15899349"/>
            <a:ext cx="2063751" cy="5819255"/>
          </a:xfrm>
          <a:prstGeom prst="rect">
            <a:avLst/>
          </a:prstGeom>
          <a:noFill/>
          <a:ln>
            <a:noFill/>
          </a:ln>
        </p:spPr>
      </p:pic>
      <p:sp>
        <p:nvSpPr>
          <p:cNvPr id="120" name="Google Shape;120;p1"/>
          <p:cNvSpPr txBox="1"/>
          <p:nvPr/>
        </p:nvSpPr>
        <p:spPr>
          <a:xfrm>
            <a:off x="32134125" y="20205750"/>
            <a:ext cx="4837500" cy="806700"/>
          </a:xfrm>
          <a:prstGeom prst="rect">
            <a:avLst/>
          </a:prstGeom>
          <a:noFill/>
          <a:ln>
            <a:noFill/>
          </a:ln>
        </p:spPr>
        <p:txBody>
          <a:bodyPr anchorCtr="0" anchor="t" bIns="48000" lIns="96000" spcFirstLastPara="1" rIns="96000" wrap="square" tIns="48000">
            <a:noAutofit/>
          </a:bodyPr>
          <a:lstStyle/>
          <a:p>
            <a:pPr indent="0" lvl="0" marL="0" marR="0" rtl="0" algn="ctr">
              <a:spcBef>
                <a:spcPts val="0"/>
              </a:spcBef>
              <a:spcAft>
                <a:spcPts val="0"/>
              </a:spcAft>
              <a:buNone/>
            </a:pPr>
            <a:r>
              <a:rPr b="1" lang="en-US" sz="2600">
                <a:solidFill>
                  <a:srgbClr val="16165C"/>
                </a:solidFill>
                <a:latin typeface="Tahoma"/>
                <a:ea typeface="Tahoma"/>
                <a:cs typeface="Tahoma"/>
                <a:sym typeface="Tahoma"/>
              </a:rPr>
              <a:t>Figure 6: </a:t>
            </a:r>
            <a:r>
              <a:rPr lang="en-US" sz="2600">
                <a:solidFill>
                  <a:srgbClr val="16165C"/>
                </a:solidFill>
                <a:latin typeface="Tahoma"/>
                <a:ea typeface="Tahoma"/>
                <a:cs typeface="Tahoma"/>
                <a:sym typeface="Tahoma"/>
              </a:rPr>
              <a:t>LED Fretboard</a:t>
            </a:r>
            <a:endParaRPr/>
          </a:p>
        </p:txBody>
      </p:sp>
      <p:pic>
        <p:nvPicPr>
          <p:cNvPr id="121" name="Google Shape;121;p1"/>
          <p:cNvPicPr preferRelativeResize="0"/>
          <p:nvPr/>
        </p:nvPicPr>
        <p:blipFill>
          <a:blip r:embed="rId11">
            <a:alphaModFix/>
          </a:blip>
          <a:stretch>
            <a:fillRect/>
          </a:stretch>
        </p:blipFill>
        <p:spPr>
          <a:xfrm>
            <a:off x="37957163" y="12746110"/>
            <a:ext cx="2160538" cy="4679436"/>
          </a:xfrm>
          <a:prstGeom prst="rect">
            <a:avLst/>
          </a:prstGeom>
          <a:noFill/>
          <a:ln>
            <a:noFill/>
          </a:ln>
        </p:spPr>
      </p:pic>
      <p:pic>
        <p:nvPicPr>
          <p:cNvPr id="122" name="Google Shape;122;p1"/>
          <p:cNvPicPr preferRelativeResize="0"/>
          <p:nvPr/>
        </p:nvPicPr>
        <p:blipFill>
          <a:blip r:embed="rId12">
            <a:alphaModFix/>
          </a:blip>
          <a:stretch>
            <a:fillRect/>
          </a:stretch>
        </p:blipFill>
        <p:spPr>
          <a:xfrm>
            <a:off x="40117713" y="12746110"/>
            <a:ext cx="2160550" cy="46794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P030000783">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2011-07-21T01:03:58Z</dcterms:created>
  <dc:creator>ccotton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TC300007839990</vt:lpwstr>
  </property>
</Properties>
</file>